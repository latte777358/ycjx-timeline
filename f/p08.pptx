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22" r:id="rId3"/>
    <p:sldId id="323" r:id="rId4"/>
    <p:sldId id="324" r:id="rId5"/>
    <p:sldId id="356" r:id="rId6"/>
    <p:sldId id="357" r:id="rId7"/>
    <p:sldId id="325" r:id="rId8"/>
    <p:sldId id="326" r:id="rId9"/>
    <p:sldId id="327" r:id="rId10"/>
    <p:sldId id="328" r:id="rId11"/>
    <p:sldId id="346" r:id="rId12"/>
    <p:sldId id="329" r:id="rId13"/>
    <p:sldId id="330" r:id="rId14"/>
    <p:sldId id="347" r:id="rId15"/>
    <p:sldId id="331" r:id="rId16"/>
    <p:sldId id="332" r:id="rId17"/>
    <p:sldId id="333" r:id="rId18"/>
    <p:sldId id="334" r:id="rId19"/>
    <p:sldId id="335" r:id="rId20"/>
    <p:sldId id="336" r:id="rId21"/>
    <p:sldId id="338" r:id="rId22"/>
    <p:sldId id="339" r:id="rId23"/>
    <p:sldId id="340" r:id="rId24"/>
    <p:sldId id="354" r:id="rId25"/>
    <p:sldId id="352" r:id="rId26"/>
    <p:sldId id="353" r:id="rId27"/>
    <p:sldId id="351" r:id="rId28"/>
    <p:sldId id="355" r:id="rId29"/>
    <p:sldId id="345" r:id="rId30"/>
  </p:sldIdLst>
  <p:sldSz cx="12192000" cy="6858000"/>
  <p:notesSz cx="7103745" cy="10234295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kechuying" initials="k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42" d="100"/>
          <a:sy n="42" d="100"/>
        </p:scale>
        <p:origin x="43" y="1862"/>
      </p:cViewPr>
      <p:guideLst>
        <p:guide orient="horz" pos="213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691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成果数量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3"/>
                  </a:gs>
                  <a:gs pos="100000">
                    <a:schemeClr val="accent3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hemeClr val="accent4"/>
                  </a:gs>
                  <a:gs pos="100000">
                    <a:schemeClr val="accent4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hemeClr val="accent5"/>
                  </a:gs>
                  <a:gs pos="100000">
                    <a:schemeClr val="accent5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80695" g="84687" b="93869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SCI论文</c:v>
                </c:pt>
                <c:pt idx="1">
                  <c:v>北大核心论文</c:v>
                </c:pt>
                <c:pt idx="2">
                  <c:v>授权发明专利</c:v>
                </c:pt>
                <c:pt idx="3">
                  <c:v>实用新型专利</c:v>
                </c:pt>
                <c:pt idx="4">
                  <c:v>软件著作权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418992850"/>
        <c:axId val="950448307"/>
      </c:barChart>
      <c:catAx>
        <c:axId val="41899285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100000" g="100000" b="100000">
                <a:alpha val="10196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80695" g="84687" b="93869">
                    <a:alpha val="72157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950448307"/>
        <c:crosses val="autoZero"/>
        <c:auto val="1"/>
        <c:lblAlgn val="ctr"/>
        <c:lblOffset val="100"/>
        <c:noMultiLvlLbl val="0"/>
      </c:catAx>
      <c:valAx>
        <c:axId val="950448307"/>
        <c:scaling>
          <c:orientation val="minMax"/>
          <c:max val="5"/>
          <c:min val="0"/>
        </c:scaling>
        <c:delete val="0"/>
        <c:axPos val="l"/>
        <c:majorGridlines>
          <c:spPr>
            <a:ln w="12700" cap="flat" cmpd="sng" algn="ctr">
              <a:solidFill>
                <a:scrgbClr r="100000" g="100000" b="100000">
                  <a:alpha val="10196"/>
                </a:sc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80695" g="84687" b="93869">
                    <a:alpha val="72157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1899285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94cf889-9f58-4374-9697-b2fb640fcf90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2.jpeg"/><Relationship Id="rId2" Type="http://schemas.openxmlformats.org/officeDocument/2006/relationships/tags" Target="../tags/tag47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3.png"/><Relationship Id="rId2" Type="http://schemas.openxmlformats.org/officeDocument/2006/relationships/tags" Target="../tags/tag59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12700"/>
            <a:ext cx="12191365" cy="68453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 descr="创建未来科技背景 (2)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email">
            <a:alphaModFix amt="63000"/>
          </a:blip>
          <a:srcRect/>
          <a:stretch>
            <a:fillRect/>
          </a:stretch>
        </p:blipFill>
        <p:spPr>
          <a:xfrm>
            <a:off x="0" y="1010285"/>
            <a:ext cx="12191365" cy="5847715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8"/>
            </p:custDataLst>
          </p:nvPr>
        </p:nvSpPr>
        <p:spPr>
          <a:xfrm>
            <a:off x="269875" y="212090"/>
            <a:ext cx="11653520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sp>
        <p:nvSpPr>
          <p:cNvPr id="14" name="gaoding-7"/>
          <p:cNvSpPr/>
          <p:nvPr userDrawn="1">
            <p:custDataLst>
              <p:tags r:id="rId9"/>
            </p:custDataLst>
          </p:nvPr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gaoding-7"/>
          <p:cNvSpPr/>
          <p:nvPr userDrawn="1">
            <p:custDataLst>
              <p:tags r:id="rId10"/>
            </p:custDataLst>
          </p:nvPr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gaoding-7"/>
          <p:cNvSpPr/>
          <p:nvPr userDrawn="1">
            <p:custDataLst>
              <p:tags r:id="rId11"/>
            </p:custDataLst>
          </p:nvPr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gaoding-7"/>
          <p:cNvSpPr/>
          <p:nvPr userDrawn="1">
            <p:custDataLst>
              <p:tags r:id="rId12"/>
            </p:custDataLst>
          </p:nvPr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887413" y="565200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-1-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创建未来科技背景 (1)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0" y="0"/>
            <a:ext cx="12191999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2" name="gaoding-7"/>
          <p:cNvSpPr/>
          <p:nvPr userDrawn="1">
            <p:custDataLst>
              <p:tags r:id="rId4"/>
            </p:custDataLst>
          </p:nvPr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gaoding-7"/>
          <p:cNvSpPr/>
          <p:nvPr userDrawn="1">
            <p:custDataLst>
              <p:tags r:id="rId5"/>
            </p:custDataLst>
          </p:nvPr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gaoding-7"/>
          <p:cNvSpPr/>
          <p:nvPr userDrawn="1">
            <p:custDataLst>
              <p:tags r:id="rId6"/>
            </p:custDataLst>
          </p:nvPr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gaoding-7"/>
          <p:cNvSpPr/>
          <p:nvPr userDrawn="1">
            <p:custDataLst>
              <p:tags r:id="rId7"/>
            </p:custDataLst>
          </p:nvPr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 userDrawn="1">
            <p:custDataLst>
              <p:tags r:id="rId8"/>
            </p:custDataLst>
          </p:nvPr>
        </p:nvSpPr>
        <p:spPr>
          <a:xfrm>
            <a:off x="268605" y="212090"/>
            <a:ext cx="11653520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0" name="标题 1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1924050" y="2438400"/>
            <a:ext cx="8384540" cy="152146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813494" y="3959860"/>
            <a:ext cx="2540882" cy="533400"/>
          </a:xfrm>
          <a:noFill/>
        </p:spPr>
        <p:txBody>
          <a:bodyPr vert="horz"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-2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00" y="0"/>
            <a:ext cx="12184601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270510" y="212090"/>
            <a:ext cx="11652885" cy="6434455"/>
          </a:xfrm>
          <a:prstGeom prst="rect">
            <a:avLst/>
          </a:prstGeom>
          <a:gradFill flip="none" rotWithShape="1">
            <a:gsLst>
              <a:gs pos="3000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sp>
        <p:nvSpPr>
          <p:cNvPr id="14" name="gaoding-7"/>
          <p:cNvSpPr/>
          <p:nvPr userDrawn="1">
            <p:custDataLst>
              <p:tags r:id="rId5"/>
            </p:custDataLst>
          </p:nvPr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gaoding-7"/>
          <p:cNvSpPr/>
          <p:nvPr userDrawn="1">
            <p:custDataLst>
              <p:tags r:id="rId6"/>
            </p:custDataLst>
          </p:nvPr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gaoding-7"/>
          <p:cNvSpPr/>
          <p:nvPr userDrawn="1">
            <p:custDataLst>
              <p:tags r:id="rId7"/>
            </p:custDataLst>
          </p:nvPr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gaoding-7"/>
          <p:cNvSpPr/>
          <p:nvPr userDrawn="1">
            <p:custDataLst>
              <p:tags r:id="rId8"/>
            </p:custDataLst>
          </p:nvPr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title" idx="16385" hasCustomPrompt="1"/>
            <p:custDataLst>
              <p:tags r:id="rId12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rgbClr val="FFFFFF"/>
                    </a:gs>
                  </a:gsLst>
                  <a:lin ang="16200000" scaled="0"/>
                </a:gra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0" name="节编号 3"/>
          <p:cNvSpPr>
            <a:spLocks noGrp="1"/>
          </p:cNvSpPr>
          <p:nvPr>
            <p:ph type="body" sz="quarter" idx="16386" hasCustomPrompt="1"/>
            <p:custDataLst>
              <p:tags r:id="rId13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-3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270510" y="212090"/>
            <a:ext cx="11652885" cy="643445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74000">
                <a:schemeClr val="accent1">
                  <a:alpha val="17000"/>
                </a:schemeClr>
              </a:gs>
              <a:gs pos="100000">
                <a:schemeClr val="accent1">
                  <a:alpha val="34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sp>
        <p:nvSpPr>
          <p:cNvPr id="15" name="gaoding-7"/>
          <p:cNvSpPr/>
          <p:nvPr userDrawn="1">
            <p:custDataLst>
              <p:tags r:id="rId5"/>
            </p:custDataLst>
          </p:nvPr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gaoding-7"/>
          <p:cNvSpPr/>
          <p:nvPr userDrawn="1">
            <p:custDataLst>
              <p:tags r:id="rId6"/>
            </p:custDataLst>
          </p:nvPr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gaoding-7"/>
          <p:cNvSpPr/>
          <p:nvPr userDrawn="1">
            <p:custDataLst>
              <p:tags r:id="rId7"/>
            </p:custDataLst>
          </p:nvPr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gaoding-7"/>
          <p:cNvSpPr/>
          <p:nvPr userDrawn="1">
            <p:custDataLst>
              <p:tags r:id="rId8"/>
            </p:custDataLst>
          </p:nvPr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2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1016000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1014730" y="3155315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tags" Target="../tags/tag110.xml"/><Relationship Id="rId25" Type="http://schemas.openxmlformats.org/officeDocument/2006/relationships/tags" Target="../tags/tag109.xml"/><Relationship Id="rId24" Type="http://schemas.openxmlformats.org/officeDocument/2006/relationships/tags" Target="../tags/tag108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image" Target="../media/image5.png"/><Relationship Id="rId13" Type="http://schemas.openxmlformats.org/officeDocument/2006/relationships/tags" Target="../tags/tag9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创建未来科技背景 (2)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cstate="screen">
            <a:alphaModFix amt="15000"/>
            <a:lum bright="18000"/>
          </a:blip>
          <a:srcRect/>
          <a:stretch>
            <a:fillRect/>
          </a:stretch>
        </p:blipFill>
        <p:spPr>
          <a:xfrm>
            <a:off x="0" y="1010285"/>
            <a:ext cx="12191365" cy="5847715"/>
          </a:xfrm>
          <a:prstGeom prst="rect">
            <a:avLst/>
          </a:prstGeom>
        </p:spPr>
      </p:pic>
      <p:sp>
        <p:nvSpPr>
          <p:cNvPr id="19" name="矩形 18"/>
          <p:cNvSpPr/>
          <p:nvPr userDrawn="1">
            <p:custDataLst>
              <p:tags r:id="rId15"/>
            </p:custDataLst>
          </p:nvPr>
        </p:nvSpPr>
        <p:spPr>
          <a:xfrm>
            <a:off x="269875" y="212090"/>
            <a:ext cx="11653520" cy="6434455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sp>
        <p:nvSpPr>
          <p:cNvPr id="12" name="gaoding-7"/>
          <p:cNvSpPr/>
          <p:nvPr userDrawn="1">
            <p:custDataLst>
              <p:tags r:id="rId16"/>
            </p:custDataLst>
          </p:nvPr>
        </p:nvSpPr>
        <p:spPr>
          <a:xfrm flipV="1">
            <a:off x="269875" y="63328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gaoding-7"/>
          <p:cNvSpPr/>
          <p:nvPr userDrawn="1">
            <p:custDataLst>
              <p:tags r:id="rId17"/>
            </p:custDataLst>
          </p:nvPr>
        </p:nvSpPr>
        <p:spPr>
          <a:xfrm rot="5400000" flipV="1">
            <a:off x="269875" y="21209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gaoding-7"/>
          <p:cNvSpPr/>
          <p:nvPr userDrawn="1">
            <p:custDataLst>
              <p:tags r:id="rId18"/>
            </p:custDataLst>
          </p:nvPr>
        </p:nvSpPr>
        <p:spPr>
          <a:xfrm rot="10800000" flipV="1">
            <a:off x="11609070" y="211455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gaoding-7"/>
          <p:cNvSpPr/>
          <p:nvPr userDrawn="1">
            <p:custDataLst>
              <p:tags r:id="rId19"/>
            </p:custDataLst>
          </p:nvPr>
        </p:nvSpPr>
        <p:spPr>
          <a:xfrm rot="16200000" flipV="1">
            <a:off x="11609070" y="6332220"/>
            <a:ext cx="313690" cy="313690"/>
          </a:xfrm>
          <a:prstGeom prst="halfFrame">
            <a:avLst>
              <a:gd name="adj1" fmla="val 18659"/>
              <a:gd name="adj2" fmla="val 19746"/>
            </a:avLst>
          </a:prstGeom>
          <a:solidFill>
            <a:srgbClr val="FFFFF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6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tx1"/>
              </a:gs>
              <a:gs pos="0">
                <a:schemeClr val="accent1">
                  <a:lumMod val="5000"/>
                  <a:lumOff val="95000"/>
                </a:schemeClr>
              </a:gs>
              <a:gs pos="0">
                <a:schemeClr val="tx1"/>
              </a:gs>
              <a:gs pos="39000">
                <a:schemeClr val="tx1"/>
              </a:gs>
              <a:gs pos="100000">
                <a:schemeClr val="accent1"/>
              </a:gs>
            </a:gsLst>
            <a:lin ang="54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3" Type="http://schemas.openxmlformats.org/officeDocument/2006/relationships/slideLayout" Target="../slideLayouts/slideLayout6.xml"/><Relationship Id="rId32" Type="http://schemas.openxmlformats.org/officeDocument/2006/relationships/tags" Target="../tags/tag146.xml"/><Relationship Id="rId31" Type="http://schemas.openxmlformats.org/officeDocument/2006/relationships/tags" Target="../tags/tag145.xml"/><Relationship Id="rId30" Type="http://schemas.openxmlformats.org/officeDocument/2006/relationships/tags" Target="../tags/tag144.xml"/><Relationship Id="rId3" Type="http://schemas.openxmlformats.org/officeDocument/2006/relationships/tags" Target="../tags/tag117.xml"/><Relationship Id="rId29" Type="http://schemas.openxmlformats.org/officeDocument/2006/relationships/tags" Target="../tags/tag143.xml"/><Relationship Id="rId28" Type="http://schemas.openxmlformats.org/officeDocument/2006/relationships/tags" Target="../tags/tag142.xml"/><Relationship Id="rId27" Type="http://schemas.openxmlformats.org/officeDocument/2006/relationships/tags" Target="../tags/tag141.xml"/><Relationship Id="rId26" Type="http://schemas.openxmlformats.org/officeDocument/2006/relationships/tags" Target="../tags/tag140.xml"/><Relationship Id="rId25" Type="http://schemas.openxmlformats.org/officeDocument/2006/relationships/tags" Target="../tags/tag139.xml"/><Relationship Id="rId24" Type="http://schemas.openxmlformats.org/officeDocument/2006/relationships/tags" Target="../tags/tag138.xml"/><Relationship Id="rId23" Type="http://schemas.openxmlformats.org/officeDocument/2006/relationships/tags" Target="../tags/tag137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tags" Target="../tags/tag116.xml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5" Type="http://schemas.openxmlformats.org/officeDocument/2006/relationships/slideLayout" Target="../slideLayouts/slideLayout6.xml"/><Relationship Id="rId44" Type="http://schemas.openxmlformats.org/officeDocument/2006/relationships/tags" Target="../tags/tag187.xml"/><Relationship Id="rId43" Type="http://schemas.openxmlformats.org/officeDocument/2006/relationships/tags" Target="../tags/tag186.xml"/><Relationship Id="rId42" Type="http://schemas.openxmlformats.org/officeDocument/2006/relationships/tags" Target="../tags/tag185.xml"/><Relationship Id="rId41" Type="http://schemas.openxmlformats.org/officeDocument/2006/relationships/tags" Target="../tags/tag184.xml"/><Relationship Id="rId40" Type="http://schemas.openxmlformats.org/officeDocument/2006/relationships/tags" Target="../tags/tag183.xml"/><Relationship Id="rId4" Type="http://schemas.openxmlformats.org/officeDocument/2006/relationships/tags" Target="../tags/tag153.xml"/><Relationship Id="rId39" Type="http://schemas.openxmlformats.org/officeDocument/2006/relationships/image" Target="../media/image13.svg"/><Relationship Id="rId38" Type="http://schemas.openxmlformats.org/officeDocument/2006/relationships/image" Target="../media/image12.png"/><Relationship Id="rId37" Type="http://schemas.openxmlformats.org/officeDocument/2006/relationships/tags" Target="../tags/tag182.xml"/><Relationship Id="rId36" Type="http://schemas.openxmlformats.org/officeDocument/2006/relationships/tags" Target="../tags/tag181.xml"/><Relationship Id="rId35" Type="http://schemas.openxmlformats.org/officeDocument/2006/relationships/tags" Target="../tags/tag180.xml"/><Relationship Id="rId34" Type="http://schemas.openxmlformats.org/officeDocument/2006/relationships/tags" Target="../tags/tag179.xml"/><Relationship Id="rId33" Type="http://schemas.openxmlformats.org/officeDocument/2006/relationships/tags" Target="../tags/tag178.xml"/><Relationship Id="rId32" Type="http://schemas.openxmlformats.org/officeDocument/2006/relationships/tags" Target="../tags/tag177.xml"/><Relationship Id="rId31" Type="http://schemas.openxmlformats.org/officeDocument/2006/relationships/tags" Target="../tags/tag176.xml"/><Relationship Id="rId30" Type="http://schemas.openxmlformats.org/officeDocument/2006/relationships/tags" Target="../tags/tag175.xml"/><Relationship Id="rId3" Type="http://schemas.openxmlformats.org/officeDocument/2006/relationships/tags" Target="../tags/tag152.xml"/><Relationship Id="rId29" Type="http://schemas.openxmlformats.org/officeDocument/2006/relationships/tags" Target="../tags/tag174.xml"/><Relationship Id="rId28" Type="http://schemas.openxmlformats.org/officeDocument/2006/relationships/tags" Target="../tags/tag173.xml"/><Relationship Id="rId27" Type="http://schemas.openxmlformats.org/officeDocument/2006/relationships/tags" Target="../tags/tag172.xml"/><Relationship Id="rId26" Type="http://schemas.openxmlformats.org/officeDocument/2006/relationships/tags" Target="../tags/tag171.xml"/><Relationship Id="rId25" Type="http://schemas.openxmlformats.org/officeDocument/2006/relationships/image" Target="../media/image11.svg"/><Relationship Id="rId24" Type="http://schemas.openxmlformats.org/officeDocument/2006/relationships/image" Target="../media/image10.png"/><Relationship Id="rId23" Type="http://schemas.openxmlformats.org/officeDocument/2006/relationships/tags" Target="../tags/tag170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tags" Target="../tags/tag151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image" Target="../media/image9.svg"/><Relationship Id="rId10" Type="http://schemas.openxmlformats.org/officeDocument/2006/relationships/image" Target="../media/image8.png"/><Relationship Id="rId1" Type="http://schemas.openxmlformats.org/officeDocument/2006/relationships/tags" Target="../tags/tag15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image" Target="../media/image14.jpeg"/><Relationship Id="rId26" Type="http://schemas.openxmlformats.org/officeDocument/2006/relationships/slideLayout" Target="../slideLayouts/slideLayout6.xml"/><Relationship Id="rId25" Type="http://schemas.openxmlformats.org/officeDocument/2006/relationships/tags" Target="../tags/tag214.xml"/><Relationship Id="rId24" Type="http://schemas.openxmlformats.org/officeDocument/2006/relationships/tags" Target="../tags/tag213.xml"/><Relationship Id="rId23" Type="http://schemas.openxmlformats.org/officeDocument/2006/relationships/tags" Target="../tags/tag212.xml"/><Relationship Id="rId22" Type="http://schemas.openxmlformats.org/officeDocument/2006/relationships/tags" Target="../tags/tag211.xml"/><Relationship Id="rId21" Type="http://schemas.openxmlformats.org/officeDocument/2006/relationships/tags" Target="../tags/tag210.xml"/><Relationship Id="rId20" Type="http://schemas.openxmlformats.org/officeDocument/2006/relationships/tags" Target="../tags/tag209.xml"/><Relationship Id="rId2" Type="http://schemas.openxmlformats.org/officeDocument/2006/relationships/tags" Target="../tags/tag192.xml"/><Relationship Id="rId19" Type="http://schemas.openxmlformats.org/officeDocument/2006/relationships/tags" Target="../tags/tag208.xml"/><Relationship Id="rId18" Type="http://schemas.openxmlformats.org/officeDocument/2006/relationships/tags" Target="../tags/tag207.xml"/><Relationship Id="rId17" Type="http://schemas.openxmlformats.org/officeDocument/2006/relationships/tags" Target="../tags/tag206.xml"/><Relationship Id="rId16" Type="http://schemas.openxmlformats.org/officeDocument/2006/relationships/tags" Target="../tags/tag205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5" Type="http://schemas.openxmlformats.org/officeDocument/2006/relationships/slideLayout" Target="../slideLayouts/slideLayout6.xml"/><Relationship Id="rId54" Type="http://schemas.openxmlformats.org/officeDocument/2006/relationships/tags" Target="../tags/tag258.xml"/><Relationship Id="rId53" Type="http://schemas.openxmlformats.org/officeDocument/2006/relationships/tags" Target="../tags/tag257.xml"/><Relationship Id="rId52" Type="http://schemas.openxmlformats.org/officeDocument/2006/relationships/tags" Target="../tags/tag256.xml"/><Relationship Id="rId51" Type="http://schemas.openxmlformats.org/officeDocument/2006/relationships/tags" Target="../tags/tag255.xml"/><Relationship Id="rId50" Type="http://schemas.openxmlformats.org/officeDocument/2006/relationships/tags" Target="../tags/tag254.xml"/><Relationship Id="rId5" Type="http://schemas.openxmlformats.org/officeDocument/2006/relationships/tags" Target="../tags/tag219.xml"/><Relationship Id="rId49" Type="http://schemas.openxmlformats.org/officeDocument/2006/relationships/tags" Target="../tags/tag253.xml"/><Relationship Id="rId48" Type="http://schemas.openxmlformats.org/officeDocument/2006/relationships/image" Target="../media/image24.svg"/><Relationship Id="rId47" Type="http://schemas.openxmlformats.org/officeDocument/2006/relationships/image" Target="../media/image23.png"/><Relationship Id="rId46" Type="http://schemas.openxmlformats.org/officeDocument/2006/relationships/tags" Target="../tags/tag252.xml"/><Relationship Id="rId45" Type="http://schemas.openxmlformats.org/officeDocument/2006/relationships/tags" Target="../tags/tag251.xml"/><Relationship Id="rId44" Type="http://schemas.openxmlformats.org/officeDocument/2006/relationships/tags" Target="../tags/tag250.xml"/><Relationship Id="rId43" Type="http://schemas.openxmlformats.org/officeDocument/2006/relationships/tags" Target="../tags/tag249.xml"/><Relationship Id="rId42" Type="http://schemas.openxmlformats.org/officeDocument/2006/relationships/image" Target="../media/image22.svg"/><Relationship Id="rId41" Type="http://schemas.openxmlformats.org/officeDocument/2006/relationships/image" Target="../media/image21.png"/><Relationship Id="rId40" Type="http://schemas.openxmlformats.org/officeDocument/2006/relationships/tags" Target="../tags/tag248.xml"/><Relationship Id="rId4" Type="http://schemas.openxmlformats.org/officeDocument/2006/relationships/tags" Target="../tags/tag218.xml"/><Relationship Id="rId39" Type="http://schemas.openxmlformats.org/officeDocument/2006/relationships/tags" Target="../tags/tag247.xml"/><Relationship Id="rId38" Type="http://schemas.openxmlformats.org/officeDocument/2006/relationships/tags" Target="../tags/tag246.xml"/><Relationship Id="rId37" Type="http://schemas.openxmlformats.org/officeDocument/2006/relationships/tags" Target="../tags/tag245.xml"/><Relationship Id="rId36" Type="http://schemas.openxmlformats.org/officeDocument/2006/relationships/image" Target="../media/image20.svg"/><Relationship Id="rId35" Type="http://schemas.openxmlformats.org/officeDocument/2006/relationships/image" Target="../media/image19.png"/><Relationship Id="rId34" Type="http://schemas.openxmlformats.org/officeDocument/2006/relationships/tags" Target="../tags/tag244.xml"/><Relationship Id="rId33" Type="http://schemas.openxmlformats.org/officeDocument/2006/relationships/tags" Target="../tags/tag243.xml"/><Relationship Id="rId32" Type="http://schemas.openxmlformats.org/officeDocument/2006/relationships/tags" Target="../tags/tag242.xml"/><Relationship Id="rId31" Type="http://schemas.openxmlformats.org/officeDocument/2006/relationships/tags" Target="../tags/tag241.xml"/><Relationship Id="rId30" Type="http://schemas.openxmlformats.org/officeDocument/2006/relationships/tags" Target="../tags/tag240.xml"/><Relationship Id="rId3" Type="http://schemas.openxmlformats.org/officeDocument/2006/relationships/tags" Target="../tags/tag217.xml"/><Relationship Id="rId29" Type="http://schemas.openxmlformats.org/officeDocument/2006/relationships/tags" Target="../tags/tag239.xml"/><Relationship Id="rId28" Type="http://schemas.openxmlformats.org/officeDocument/2006/relationships/tags" Target="../tags/tag238.xml"/><Relationship Id="rId27" Type="http://schemas.openxmlformats.org/officeDocument/2006/relationships/tags" Target="../tags/tag237.xml"/><Relationship Id="rId26" Type="http://schemas.openxmlformats.org/officeDocument/2006/relationships/tags" Target="../tags/tag236.xml"/><Relationship Id="rId25" Type="http://schemas.openxmlformats.org/officeDocument/2006/relationships/tags" Target="../tags/tag23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image" Target="../media/image18.svg"/><Relationship Id="rId2" Type="http://schemas.openxmlformats.org/officeDocument/2006/relationships/tags" Target="../tags/tag216.xml"/><Relationship Id="rId19" Type="http://schemas.openxmlformats.org/officeDocument/2006/relationships/image" Target="../media/image17.png"/><Relationship Id="rId18" Type="http://schemas.openxmlformats.org/officeDocument/2006/relationships/tags" Target="../tags/tag230.xml"/><Relationship Id="rId17" Type="http://schemas.openxmlformats.org/officeDocument/2006/relationships/tags" Target="../tags/tag229.xml"/><Relationship Id="rId16" Type="http://schemas.openxmlformats.org/officeDocument/2006/relationships/tags" Target="../tags/tag228.xml"/><Relationship Id="rId15" Type="http://schemas.openxmlformats.org/officeDocument/2006/relationships/tags" Target="../tags/tag227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63.xml"/><Relationship Id="rId1" Type="http://schemas.openxmlformats.org/officeDocument/2006/relationships/tags" Target="../tags/tag26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72.xml"/><Relationship Id="rId8" Type="http://schemas.openxmlformats.org/officeDocument/2006/relationships/tags" Target="../tags/tag271.xml"/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281.xml"/><Relationship Id="rId17" Type="http://schemas.openxmlformats.org/officeDocument/2006/relationships/tags" Target="../tags/tag280.xml"/><Relationship Id="rId16" Type="http://schemas.openxmlformats.org/officeDocument/2006/relationships/tags" Target="../tags/tag279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tags" Target="../tags/tag273.xml"/><Relationship Id="rId1" Type="http://schemas.openxmlformats.org/officeDocument/2006/relationships/tags" Target="../tags/tag26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9" Type="http://schemas.openxmlformats.org/officeDocument/2006/relationships/slideLayout" Target="../slideLayouts/slideLayout6.xml"/><Relationship Id="rId48" Type="http://schemas.openxmlformats.org/officeDocument/2006/relationships/image" Target="../media/image33.png"/><Relationship Id="rId47" Type="http://schemas.openxmlformats.org/officeDocument/2006/relationships/tags" Target="../tags/tag322.xml"/><Relationship Id="rId46" Type="http://schemas.openxmlformats.org/officeDocument/2006/relationships/tags" Target="../tags/tag321.xml"/><Relationship Id="rId45" Type="http://schemas.openxmlformats.org/officeDocument/2006/relationships/tags" Target="../tags/tag320.xml"/><Relationship Id="rId44" Type="http://schemas.openxmlformats.org/officeDocument/2006/relationships/tags" Target="../tags/tag319.xml"/><Relationship Id="rId43" Type="http://schemas.openxmlformats.org/officeDocument/2006/relationships/tags" Target="../tags/tag318.xml"/><Relationship Id="rId42" Type="http://schemas.openxmlformats.org/officeDocument/2006/relationships/tags" Target="../tags/tag317.xml"/><Relationship Id="rId41" Type="http://schemas.openxmlformats.org/officeDocument/2006/relationships/tags" Target="../tags/tag316.xml"/><Relationship Id="rId40" Type="http://schemas.openxmlformats.org/officeDocument/2006/relationships/tags" Target="../tags/tag315.xml"/><Relationship Id="rId4" Type="http://schemas.openxmlformats.org/officeDocument/2006/relationships/tags" Target="../tags/tag285.xml"/><Relationship Id="rId39" Type="http://schemas.openxmlformats.org/officeDocument/2006/relationships/tags" Target="../tags/tag314.xml"/><Relationship Id="rId38" Type="http://schemas.openxmlformats.org/officeDocument/2006/relationships/tags" Target="../tags/tag313.xml"/><Relationship Id="rId37" Type="http://schemas.openxmlformats.org/officeDocument/2006/relationships/tags" Target="../tags/tag312.xml"/><Relationship Id="rId36" Type="http://schemas.openxmlformats.org/officeDocument/2006/relationships/tags" Target="../tags/tag311.xml"/><Relationship Id="rId35" Type="http://schemas.openxmlformats.org/officeDocument/2006/relationships/image" Target="../media/image32.svg"/><Relationship Id="rId34" Type="http://schemas.openxmlformats.org/officeDocument/2006/relationships/image" Target="../media/image31.png"/><Relationship Id="rId33" Type="http://schemas.openxmlformats.org/officeDocument/2006/relationships/tags" Target="../tags/tag310.xml"/><Relationship Id="rId32" Type="http://schemas.openxmlformats.org/officeDocument/2006/relationships/tags" Target="../tags/tag309.xml"/><Relationship Id="rId31" Type="http://schemas.openxmlformats.org/officeDocument/2006/relationships/tags" Target="../tags/tag308.xml"/><Relationship Id="rId30" Type="http://schemas.openxmlformats.org/officeDocument/2006/relationships/tags" Target="../tags/tag307.xml"/><Relationship Id="rId3" Type="http://schemas.openxmlformats.org/officeDocument/2006/relationships/tags" Target="../tags/tag284.xml"/><Relationship Id="rId29" Type="http://schemas.openxmlformats.org/officeDocument/2006/relationships/tags" Target="../tags/tag306.xml"/><Relationship Id="rId28" Type="http://schemas.openxmlformats.org/officeDocument/2006/relationships/image" Target="../media/image30.svg"/><Relationship Id="rId27" Type="http://schemas.openxmlformats.org/officeDocument/2006/relationships/image" Target="../media/image29.png"/><Relationship Id="rId26" Type="http://schemas.openxmlformats.org/officeDocument/2006/relationships/tags" Target="../tags/tag305.xml"/><Relationship Id="rId25" Type="http://schemas.openxmlformats.org/officeDocument/2006/relationships/tags" Target="../tags/tag304.xml"/><Relationship Id="rId24" Type="http://schemas.openxmlformats.org/officeDocument/2006/relationships/tags" Target="../tags/tag303.xml"/><Relationship Id="rId23" Type="http://schemas.openxmlformats.org/officeDocument/2006/relationships/tags" Target="../tags/tag302.xml"/><Relationship Id="rId22" Type="http://schemas.openxmlformats.org/officeDocument/2006/relationships/tags" Target="../tags/tag301.xml"/><Relationship Id="rId21" Type="http://schemas.openxmlformats.org/officeDocument/2006/relationships/tags" Target="../tags/tag300.xml"/><Relationship Id="rId20" Type="http://schemas.openxmlformats.org/officeDocument/2006/relationships/tags" Target="../tags/tag299.xml"/><Relationship Id="rId2" Type="http://schemas.openxmlformats.org/officeDocument/2006/relationships/tags" Target="../tags/tag283.xml"/><Relationship Id="rId19" Type="http://schemas.openxmlformats.org/officeDocument/2006/relationships/tags" Target="../tags/tag298.xml"/><Relationship Id="rId18" Type="http://schemas.openxmlformats.org/officeDocument/2006/relationships/tags" Target="../tags/tag297.xml"/><Relationship Id="rId17" Type="http://schemas.openxmlformats.org/officeDocument/2006/relationships/tags" Target="../tags/tag296.xml"/><Relationship Id="rId16" Type="http://schemas.openxmlformats.org/officeDocument/2006/relationships/tags" Target="../tags/tag295.xml"/><Relationship Id="rId15" Type="http://schemas.openxmlformats.org/officeDocument/2006/relationships/tags" Target="../tags/tag294.xml"/><Relationship Id="rId14" Type="http://schemas.openxmlformats.org/officeDocument/2006/relationships/tags" Target="../tags/tag293.xml"/><Relationship Id="rId13" Type="http://schemas.openxmlformats.org/officeDocument/2006/relationships/tags" Target="../tags/tag292.xml"/><Relationship Id="rId12" Type="http://schemas.openxmlformats.org/officeDocument/2006/relationships/tags" Target="../tags/tag291.xml"/><Relationship Id="rId11" Type="http://schemas.openxmlformats.org/officeDocument/2006/relationships/tags" Target="../tags/tag290.xml"/><Relationship Id="rId10" Type="http://schemas.openxmlformats.org/officeDocument/2006/relationships/tags" Target="../tags/tag289.xml"/><Relationship Id="rId1" Type="http://schemas.openxmlformats.org/officeDocument/2006/relationships/tags" Target="../tags/tag28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5" Type="http://schemas.openxmlformats.org/officeDocument/2006/relationships/slideLayout" Target="../slideLayouts/slideLayout6.xml"/><Relationship Id="rId44" Type="http://schemas.openxmlformats.org/officeDocument/2006/relationships/tags" Target="../tags/tag362.xml"/><Relationship Id="rId43" Type="http://schemas.openxmlformats.org/officeDocument/2006/relationships/tags" Target="../tags/tag361.xml"/><Relationship Id="rId42" Type="http://schemas.openxmlformats.org/officeDocument/2006/relationships/tags" Target="../tags/tag360.xml"/><Relationship Id="rId41" Type="http://schemas.openxmlformats.org/officeDocument/2006/relationships/tags" Target="../tags/tag359.xml"/><Relationship Id="rId40" Type="http://schemas.openxmlformats.org/officeDocument/2006/relationships/tags" Target="../tags/tag358.xml"/><Relationship Id="rId4" Type="http://schemas.openxmlformats.org/officeDocument/2006/relationships/tags" Target="../tags/tag326.xml"/><Relationship Id="rId39" Type="http://schemas.openxmlformats.org/officeDocument/2006/relationships/tags" Target="../tags/tag357.xml"/><Relationship Id="rId38" Type="http://schemas.openxmlformats.org/officeDocument/2006/relationships/tags" Target="../tags/tag356.xml"/><Relationship Id="rId37" Type="http://schemas.openxmlformats.org/officeDocument/2006/relationships/tags" Target="../tags/tag355.xml"/><Relationship Id="rId36" Type="http://schemas.openxmlformats.org/officeDocument/2006/relationships/tags" Target="../tags/tag354.xml"/><Relationship Id="rId35" Type="http://schemas.openxmlformats.org/officeDocument/2006/relationships/tags" Target="../tags/tag353.xml"/><Relationship Id="rId34" Type="http://schemas.openxmlformats.org/officeDocument/2006/relationships/tags" Target="../tags/tag352.xml"/><Relationship Id="rId33" Type="http://schemas.openxmlformats.org/officeDocument/2006/relationships/tags" Target="../tags/tag351.xml"/><Relationship Id="rId32" Type="http://schemas.openxmlformats.org/officeDocument/2006/relationships/tags" Target="../tags/tag350.xml"/><Relationship Id="rId31" Type="http://schemas.openxmlformats.org/officeDocument/2006/relationships/tags" Target="../tags/tag349.xml"/><Relationship Id="rId30" Type="http://schemas.openxmlformats.org/officeDocument/2006/relationships/tags" Target="../tags/tag348.xml"/><Relationship Id="rId3" Type="http://schemas.openxmlformats.org/officeDocument/2006/relationships/tags" Target="../tags/tag325.xml"/><Relationship Id="rId29" Type="http://schemas.openxmlformats.org/officeDocument/2006/relationships/image" Target="../media/image37.svg"/><Relationship Id="rId28" Type="http://schemas.openxmlformats.org/officeDocument/2006/relationships/image" Target="../media/image36.png"/><Relationship Id="rId27" Type="http://schemas.openxmlformats.org/officeDocument/2006/relationships/tags" Target="../tags/tag347.xml"/><Relationship Id="rId26" Type="http://schemas.openxmlformats.org/officeDocument/2006/relationships/tags" Target="../tags/tag346.xml"/><Relationship Id="rId25" Type="http://schemas.openxmlformats.org/officeDocument/2006/relationships/tags" Target="../tags/tag345.xml"/><Relationship Id="rId24" Type="http://schemas.openxmlformats.org/officeDocument/2006/relationships/tags" Target="../tags/tag344.xml"/><Relationship Id="rId23" Type="http://schemas.openxmlformats.org/officeDocument/2006/relationships/tags" Target="../tags/tag343.xml"/><Relationship Id="rId22" Type="http://schemas.openxmlformats.org/officeDocument/2006/relationships/tags" Target="../tags/tag342.xml"/><Relationship Id="rId21" Type="http://schemas.openxmlformats.org/officeDocument/2006/relationships/image" Target="../media/image35.svg"/><Relationship Id="rId20" Type="http://schemas.openxmlformats.org/officeDocument/2006/relationships/image" Target="../media/image34.png"/><Relationship Id="rId2" Type="http://schemas.openxmlformats.org/officeDocument/2006/relationships/tags" Target="../tags/tag324.xml"/><Relationship Id="rId19" Type="http://schemas.openxmlformats.org/officeDocument/2006/relationships/tags" Target="../tags/tag341.xml"/><Relationship Id="rId18" Type="http://schemas.openxmlformats.org/officeDocument/2006/relationships/tags" Target="../tags/tag340.xml"/><Relationship Id="rId17" Type="http://schemas.openxmlformats.org/officeDocument/2006/relationships/tags" Target="../tags/tag339.xml"/><Relationship Id="rId16" Type="http://schemas.openxmlformats.org/officeDocument/2006/relationships/tags" Target="../tags/tag338.xml"/><Relationship Id="rId15" Type="http://schemas.openxmlformats.org/officeDocument/2006/relationships/tags" Target="../tags/tag337.xml"/><Relationship Id="rId14" Type="http://schemas.openxmlformats.org/officeDocument/2006/relationships/tags" Target="../tags/tag336.xml"/><Relationship Id="rId13" Type="http://schemas.openxmlformats.org/officeDocument/2006/relationships/tags" Target="../tags/tag33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tags" Target="../tags/tag32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tags" Target="../tags/tag36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74.xml"/><Relationship Id="rId8" Type="http://schemas.openxmlformats.org/officeDocument/2006/relationships/tags" Target="../tags/tag373.xml"/><Relationship Id="rId7" Type="http://schemas.openxmlformats.org/officeDocument/2006/relationships/tags" Target="../tags/tag372.xml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3" Type="http://schemas.openxmlformats.org/officeDocument/2006/relationships/tags" Target="../tags/tag368.xml"/><Relationship Id="rId20" Type="http://schemas.openxmlformats.org/officeDocument/2006/relationships/slideLayout" Target="../slideLayouts/slideLayout6.xml"/><Relationship Id="rId2" Type="http://schemas.openxmlformats.org/officeDocument/2006/relationships/tags" Target="../tags/tag367.xml"/><Relationship Id="rId19" Type="http://schemas.openxmlformats.org/officeDocument/2006/relationships/tags" Target="../tags/tag384.xml"/><Relationship Id="rId18" Type="http://schemas.openxmlformats.org/officeDocument/2006/relationships/tags" Target="../tags/tag383.xml"/><Relationship Id="rId17" Type="http://schemas.openxmlformats.org/officeDocument/2006/relationships/tags" Target="../tags/tag382.xml"/><Relationship Id="rId16" Type="http://schemas.openxmlformats.org/officeDocument/2006/relationships/tags" Target="../tags/tag381.xml"/><Relationship Id="rId15" Type="http://schemas.openxmlformats.org/officeDocument/2006/relationships/tags" Target="../tags/tag380.xml"/><Relationship Id="rId14" Type="http://schemas.openxmlformats.org/officeDocument/2006/relationships/tags" Target="../tags/tag379.xml"/><Relationship Id="rId13" Type="http://schemas.openxmlformats.org/officeDocument/2006/relationships/tags" Target="../tags/tag378.xml"/><Relationship Id="rId12" Type="http://schemas.openxmlformats.org/officeDocument/2006/relationships/tags" Target="../tags/tag377.xml"/><Relationship Id="rId11" Type="http://schemas.openxmlformats.org/officeDocument/2006/relationships/tags" Target="../tags/tag376.xml"/><Relationship Id="rId10" Type="http://schemas.openxmlformats.org/officeDocument/2006/relationships/tags" Target="../tags/tag375.xml"/><Relationship Id="rId1" Type="http://schemas.openxmlformats.org/officeDocument/2006/relationships/tags" Target="../tags/tag36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91.xml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tags" Target="../tags/tag390.xml"/><Relationship Id="rId5" Type="http://schemas.openxmlformats.org/officeDocument/2006/relationships/tags" Target="../tags/tag389.xml"/><Relationship Id="rId4" Type="http://schemas.openxmlformats.org/officeDocument/2006/relationships/tags" Target="../tags/tag388.xml"/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8" Type="http://schemas.openxmlformats.org/officeDocument/2006/relationships/slideLayout" Target="../slideLayouts/slideLayout6.xml"/><Relationship Id="rId17" Type="http://schemas.openxmlformats.org/officeDocument/2006/relationships/image" Target="../media/image40.png"/><Relationship Id="rId16" Type="http://schemas.openxmlformats.org/officeDocument/2006/relationships/tags" Target="../tags/tag398.xml"/><Relationship Id="rId15" Type="http://schemas.openxmlformats.org/officeDocument/2006/relationships/tags" Target="../tags/tag397.xml"/><Relationship Id="rId14" Type="http://schemas.openxmlformats.org/officeDocument/2006/relationships/tags" Target="../tags/tag396.xml"/><Relationship Id="rId13" Type="http://schemas.openxmlformats.org/officeDocument/2006/relationships/tags" Target="../tags/tag395.xml"/><Relationship Id="rId12" Type="http://schemas.openxmlformats.org/officeDocument/2006/relationships/tags" Target="../tags/tag394.xml"/><Relationship Id="rId11" Type="http://schemas.openxmlformats.org/officeDocument/2006/relationships/tags" Target="../tags/tag393.xml"/><Relationship Id="rId10" Type="http://schemas.openxmlformats.org/officeDocument/2006/relationships/tags" Target="../tags/tag392.xml"/><Relationship Id="rId1" Type="http://schemas.openxmlformats.org/officeDocument/2006/relationships/tags" Target="../tags/tag38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05.xml"/><Relationship Id="rId8" Type="http://schemas.openxmlformats.org/officeDocument/2006/relationships/tags" Target="../tags/tag404.xml"/><Relationship Id="rId7" Type="http://schemas.openxmlformats.org/officeDocument/2006/relationships/tags" Target="../tags/tag403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tags" Target="../tags/tag402.xml"/><Relationship Id="rId34" Type="http://schemas.openxmlformats.org/officeDocument/2006/relationships/slideLayout" Target="../slideLayouts/slideLayout6.xml"/><Relationship Id="rId33" Type="http://schemas.openxmlformats.org/officeDocument/2006/relationships/tags" Target="../tags/tag427.xml"/><Relationship Id="rId32" Type="http://schemas.openxmlformats.org/officeDocument/2006/relationships/tags" Target="../tags/tag426.xml"/><Relationship Id="rId31" Type="http://schemas.openxmlformats.org/officeDocument/2006/relationships/tags" Target="../tags/tag425.xml"/><Relationship Id="rId30" Type="http://schemas.openxmlformats.org/officeDocument/2006/relationships/tags" Target="../tags/tag424.xml"/><Relationship Id="rId3" Type="http://schemas.openxmlformats.org/officeDocument/2006/relationships/tags" Target="../tags/tag401.xml"/><Relationship Id="rId29" Type="http://schemas.openxmlformats.org/officeDocument/2006/relationships/tags" Target="../tags/tag423.xml"/><Relationship Id="rId28" Type="http://schemas.openxmlformats.org/officeDocument/2006/relationships/tags" Target="../tags/tag422.xml"/><Relationship Id="rId27" Type="http://schemas.openxmlformats.org/officeDocument/2006/relationships/tags" Target="../tags/tag421.xml"/><Relationship Id="rId26" Type="http://schemas.openxmlformats.org/officeDocument/2006/relationships/tags" Target="../tags/tag420.xml"/><Relationship Id="rId25" Type="http://schemas.openxmlformats.org/officeDocument/2006/relationships/tags" Target="../tags/tag419.xml"/><Relationship Id="rId24" Type="http://schemas.openxmlformats.org/officeDocument/2006/relationships/tags" Target="../tags/tag418.xml"/><Relationship Id="rId23" Type="http://schemas.openxmlformats.org/officeDocument/2006/relationships/tags" Target="../tags/tag417.xml"/><Relationship Id="rId22" Type="http://schemas.openxmlformats.org/officeDocument/2006/relationships/image" Target="../media/image44.svg"/><Relationship Id="rId21" Type="http://schemas.openxmlformats.org/officeDocument/2006/relationships/image" Target="../media/image43.png"/><Relationship Id="rId20" Type="http://schemas.openxmlformats.org/officeDocument/2006/relationships/tags" Target="../tags/tag416.xml"/><Relationship Id="rId2" Type="http://schemas.openxmlformats.org/officeDocument/2006/relationships/tags" Target="../tags/tag400.xml"/><Relationship Id="rId19" Type="http://schemas.openxmlformats.org/officeDocument/2006/relationships/tags" Target="../tags/tag415.xml"/><Relationship Id="rId18" Type="http://schemas.openxmlformats.org/officeDocument/2006/relationships/tags" Target="../tags/tag414.xml"/><Relationship Id="rId17" Type="http://schemas.openxmlformats.org/officeDocument/2006/relationships/tags" Target="../tags/tag413.xml"/><Relationship Id="rId16" Type="http://schemas.openxmlformats.org/officeDocument/2006/relationships/tags" Target="../tags/tag412.xml"/><Relationship Id="rId15" Type="http://schemas.openxmlformats.org/officeDocument/2006/relationships/tags" Target="../tags/tag411.xml"/><Relationship Id="rId14" Type="http://schemas.openxmlformats.org/officeDocument/2006/relationships/tags" Target="../tags/tag410.xml"/><Relationship Id="rId13" Type="http://schemas.openxmlformats.org/officeDocument/2006/relationships/tags" Target="../tags/tag409.xml"/><Relationship Id="rId12" Type="http://schemas.openxmlformats.org/officeDocument/2006/relationships/tags" Target="../tags/tag408.xml"/><Relationship Id="rId11" Type="http://schemas.openxmlformats.org/officeDocument/2006/relationships/tags" Target="../tags/tag407.xml"/><Relationship Id="rId10" Type="http://schemas.openxmlformats.org/officeDocument/2006/relationships/tags" Target="../tags/tag406.xml"/><Relationship Id="rId1" Type="http://schemas.openxmlformats.org/officeDocument/2006/relationships/tags" Target="../tags/tag399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svg"/><Relationship Id="rId8" Type="http://schemas.openxmlformats.org/officeDocument/2006/relationships/image" Target="../media/image45.png"/><Relationship Id="rId7" Type="http://schemas.openxmlformats.org/officeDocument/2006/relationships/tags" Target="../tags/tag433.xml"/><Relationship Id="rId61" Type="http://schemas.openxmlformats.org/officeDocument/2006/relationships/slideLayout" Target="../slideLayouts/slideLayout6.xml"/><Relationship Id="rId60" Type="http://schemas.openxmlformats.org/officeDocument/2006/relationships/tags" Target="../tags/tag482.xml"/><Relationship Id="rId6" Type="http://schemas.openxmlformats.org/officeDocument/2006/relationships/tags" Target="../tags/tag432.xml"/><Relationship Id="rId59" Type="http://schemas.openxmlformats.org/officeDocument/2006/relationships/tags" Target="../tags/tag481.xml"/><Relationship Id="rId58" Type="http://schemas.openxmlformats.org/officeDocument/2006/relationships/tags" Target="../tags/tag480.xml"/><Relationship Id="rId57" Type="http://schemas.openxmlformats.org/officeDocument/2006/relationships/tags" Target="../tags/tag479.xml"/><Relationship Id="rId56" Type="http://schemas.openxmlformats.org/officeDocument/2006/relationships/tags" Target="../tags/tag478.xml"/><Relationship Id="rId55" Type="http://schemas.openxmlformats.org/officeDocument/2006/relationships/tags" Target="../tags/tag477.xml"/><Relationship Id="rId54" Type="http://schemas.openxmlformats.org/officeDocument/2006/relationships/tags" Target="../tags/tag476.xml"/><Relationship Id="rId53" Type="http://schemas.openxmlformats.org/officeDocument/2006/relationships/tags" Target="../tags/tag475.xml"/><Relationship Id="rId52" Type="http://schemas.openxmlformats.org/officeDocument/2006/relationships/tags" Target="../tags/tag474.xml"/><Relationship Id="rId51" Type="http://schemas.openxmlformats.org/officeDocument/2006/relationships/tags" Target="../tags/tag473.xml"/><Relationship Id="rId50" Type="http://schemas.openxmlformats.org/officeDocument/2006/relationships/tags" Target="../tags/tag472.xml"/><Relationship Id="rId5" Type="http://schemas.openxmlformats.org/officeDocument/2006/relationships/tags" Target="../tags/tag431.xml"/><Relationship Id="rId49" Type="http://schemas.openxmlformats.org/officeDocument/2006/relationships/tags" Target="../tags/tag471.xml"/><Relationship Id="rId48" Type="http://schemas.openxmlformats.org/officeDocument/2006/relationships/tags" Target="../tags/tag470.xml"/><Relationship Id="rId47" Type="http://schemas.openxmlformats.org/officeDocument/2006/relationships/tags" Target="../tags/tag469.xml"/><Relationship Id="rId46" Type="http://schemas.openxmlformats.org/officeDocument/2006/relationships/tags" Target="../tags/tag468.xml"/><Relationship Id="rId45" Type="http://schemas.openxmlformats.org/officeDocument/2006/relationships/tags" Target="../tags/tag467.xml"/><Relationship Id="rId44" Type="http://schemas.openxmlformats.org/officeDocument/2006/relationships/tags" Target="../tags/tag466.xml"/><Relationship Id="rId43" Type="http://schemas.openxmlformats.org/officeDocument/2006/relationships/tags" Target="../tags/tag465.xml"/><Relationship Id="rId42" Type="http://schemas.openxmlformats.org/officeDocument/2006/relationships/tags" Target="../tags/tag464.xml"/><Relationship Id="rId41" Type="http://schemas.openxmlformats.org/officeDocument/2006/relationships/tags" Target="../tags/tag463.xml"/><Relationship Id="rId40" Type="http://schemas.openxmlformats.org/officeDocument/2006/relationships/tags" Target="../tags/tag462.xml"/><Relationship Id="rId4" Type="http://schemas.openxmlformats.org/officeDocument/2006/relationships/tags" Target="../tags/tag430.xml"/><Relationship Id="rId39" Type="http://schemas.openxmlformats.org/officeDocument/2006/relationships/tags" Target="../tags/tag461.xml"/><Relationship Id="rId38" Type="http://schemas.openxmlformats.org/officeDocument/2006/relationships/tags" Target="../tags/tag460.xml"/><Relationship Id="rId37" Type="http://schemas.openxmlformats.org/officeDocument/2006/relationships/tags" Target="../tags/tag459.xml"/><Relationship Id="rId36" Type="http://schemas.openxmlformats.org/officeDocument/2006/relationships/tags" Target="../tags/tag458.xml"/><Relationship Id="rId35" Type="http://schemas.openxmlformats.org/officeDocument/2006/relationships/tags" Target="../tags/tag457.xml"/><Relationship Id="rId34" Type="http://schemas.openxmlformats.org/officeDocument/2006/relationships/tags" Target="../tags/tag456.xml"/><Relationship Id="rId33" Type="http://schemas.openxmlformats.org/officeDocument/2006/relationships/tags" Target="../tags/tag455.xml"/><Relationship Id="rId32" Type="http://schemas.openxmlformats.org/officeDocument/2006/relationships/tags" Target="../tags/tag454.xml"/><Relationship Id="rId31" Type="http://schemas.openxmlformats.org/officeDocument/2006/relationships/tags" Target="../tags/tag453.xml"/><Relationship Id="rId30" Type="http://schemas.openxmlformats.org/officeDocument/2006/relationships/tags" Target="../tags/tag452.xml"/><Relationship Id="rId3" Type="http://schemas.openxmlformats.org/officeDocument/2006/relationships/tags" Target="../tags/tag429.xml"/><Relationship Id="rId29" Type="http://schemas.openxmlformats.org/officeDocument/2006/relationships/tags" Target="../tags/tag451.xml"/><Relationship Id="rId28" Type="http://schemas.openxmlformats.org/officeDocument/2006/relationships/tags" Target="../tags/tag450.xml"/><Relationship Id="rId27" Type="http://schemas.openxmlformats.org/officeDocument/2006/relationships/tags" Target="../tags/tag449.xml"/><Relationship Id="rId26" Type="http://schemas.openxmlformats.org/officeDocument/2006/relationships/tags" Target="../tags/tag448.xml"/><Relationship Id="rId25" Type="http://schemas.openxmlformats.org/officeDocument/2006/relationships/tags" Target="../tags/tag447.xml"/><Relationship Id="rId24" Type="http://schemas.openxmlformats.org/officeDocument/2006/relationships/tags" Target="../tags/tag446.xml"/><Relationship Id="rId23" Type="http://schemas.openxmlformats.org/officeDocument/2006/relationships/tags" Target="../tags/tag445.xml"/><Relationship Id="rId22" Type="http://schemas.openxmlformats.org/officeDocument/2006/relationships/tags" Target="../tags/tag444.xml"/><Relationship Id="rId21" Type="http://schemas.openxmlformats.org/officeDocument/2006/relationships/tags" Target="../tags/tag443.xml"/><Relationship Id="rId20" Type="http://schemas.openxmlformats.org/officeDocument/2006/relationships/tags" Target="../tags/tag442.xml"/><Relationship Id="rId2" Type="http://schemas.openxmlformats.org/officeDocument/2006/relationships/tags" Target="../tags/tag428.xml"/><Relationship Id="rId19" Type="http://schemas.openxmlformats.org/officeDocument/2006/relationships/image" Target="../media/image48.svg"/><Relationship Id="rId18" Type="http://schemas.openxmlformats.org/officeDocument/2006/relationships/image" Target="../media/image47.png"/><Relationship Id="rId17" Type="http://schemas.openxmlformats.org/officeDocument/2006/relationships/tags" Target="../tags/tag441.xml"/><Relationship Id="rId16" Type="http://schemas.openxmlformats.org/officeDocument/2006/relationships/tags" Target="../tags/tag440.xml"/><Relationship Id="rId15" Type="http://schemas.openxmlformats.org/officeDocument/2006/relationships/tags" Target="../tags/tag439.xml"/><Relationship Id="rId14" Type="http://schemas.openxmlformats.org/officeDocument/2006/relationships/tags" Target="../tags/tag438.xml"/><Relationship Id="rId13" Type="http://schemas.openxmlformats.org/officeDocument/2006/relationships/tags" Target="../tags/tag437.xml"/><Relationship Id="rId12" Type="http://schemas.openxmlformats.org/officeDocument/2006/relationships/tags" Target="../tags/tag436.xml"/><Relationship Id="rId11" Type="http://schemas.openxmlformats.org/officeDocument/2006/relationships/tags" Target="../tags/tag435.xml"/><Relationship Id="rId10" Type="http://schemas.openxmlformats.org/officeDocument/2006/relationships/tags" Target="../tags/tag434.xml"/><Relationship Id="rId1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89.xml"/><Relationship Id="rId8" Type="http://schemas.openxmlformats.org/officeDocument/2006/relationships/tags" Target="../tags/tag488.xml"/><Relationship Id="rId7" Type="http://schemas.openxmlformats.org/officeDocument/2006/relationships/tags" Target="../tags/tag48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2" Type="http://schemas.openxmlformats.org/officeDocument/2006/relationships/slideLayout" Target="../slideLayouts/slideLayout6.xml"/><Relationship Id="rId41" Type="http://schemas.openxmlformats.org/officeDocument/2006/relationships/tags" Target="../tags/tag521.xml"/><Relationship Id="rId40" Type="http://schemas.openxmlformats.org/officeDocument/2006/relationships/tags" Target="../tags/tag520.xml"/><Relationship Id="rId4" Type="http://schemas.openxmlformats.org/officeDocument/2006/relationships/tags" Target="../tags/tag486.xml"/><Relationship Id="rId39" Type="http://schemas.openxmlformats.org/officeDocument/2006/relationships/tags" Target="../tags/tag519.xml"/><Relationship Id="rId38" Type="http://schemas.openxmlformats.org/officeDocument/2006/relationships/tags" Target="../tags/tag518.xml"/><Relationship Id="rId37" Type="http://schemas.openxmlformats.org/officeDocument/2006/relationships/tags" Target="../tags/tag517.xml"/><Relationship Id="rId36" Type="http://schemas.openxmlformats.org/officeDocument/2006/relationships/tags" Target="../tags/tag516.xml"/><Relationship Id="rId35" Type="http://schemas.openxmlformats.org/officeDocument/2006/relationships/tags" Target="../tags/tag515.xml"/><Relationship Id="rId34" Type="http://schemas.openxmlformats.org/officeDocument/2006/relationships/tags" Target="../tags/tag514.xml"/><Relationship Id="rId33" Type="http://schemas.openxmlformats.org/officeDocument/2006/relationships/tags" Target="../tags/tag513.xml"/><Relationship Id="rId32" Type="http://schemas.openxmlformats.org/officeDocument/2006/relationships/tags" Target="../tags/tag512.xml"/><Relationship Id="rId31" Type="http://schemas.openxmlformats.org/officeDocument/2006/relationships/tags" Target="../tags/tag511.xml"/><Relationship Id="rId30" Type="http://schemas.openxmlformats.org/officeDocument/2006/relationships/tags" Target="../tags/tag510.xml"/><Relationship Id="rId3" Type="http://schemas.openxmlformats.org/officeDocument/2006/relationships/tags" Target="../tags/tag485.xml"/><Relationship Id="rId29" Type="http://schemas.openxmlformats.org/officeDocument/2006/relationships/tags" Target="../tags/tag509.xml"/><Relationship Id="rId28" Type="http://schemas.openxmlformats.org/officeDocument/2006/relationships/tags" Target="../tags/tag508.xml"/><Relationship Id="rId27" Type="http://schemas.openxmlformats.org/officeDocument/2006/relationships/tags" Target="../tags/tag507.xml"/><Relationship Id="rId26" Type="http://schemas.openxmlformats.org/officeDocument/2006/relationships/tags" Target="../tags/tag506.xml"/><Relationship Id="rId25" Type="http://schemas.openxmlformats.org/officeDocument/2006/relationships/tags" Target="../tags/tag505.xml"/><Relationship Id="rId24" Type="http://schemas.openxmlformats.org/officeDocument/2006/relationships/tags" Target="../tags/tag504.xml"/><Relationship Id="rId23" Type="http://schemas.openxmlformats.org/officeDocument/2006/relationships/tags" Target="../tags/tag503.xml"/><Relationship Id="rId22" Type="http://schemas.openxmlformats.org/officeDocument/2006/relationships/tags" Target="../tags/tag502.xml"/><Relationship Id="rId21" Type="http://schemas.openxmlformats.org/officeDocument/2006/relationships/tags" Target="../tags/tag501.xml"/><Relationship Id="rId20" Type="http://schemas.openxmlformats.org/officeDocument/2006/relationships/tags" Target="../tags/tag500.xml"/><Relationship Id="rId2" Type="http://schemas.openxmlformats.org/officeDocument/2006/relationships/tags" Target="../tags/tag484.xml"/><Relationship Id="rId19" Type="http://schemas.openxmlformats.org/officeDocument/2006/relationships/tags" Target="../tags/tag499.xml"/><Relationship Id="rId18" Type="http://schemas.openxmlformats.org/officeDocument/2006/relationships/tags" Target="../tags/tag498.xml"/><Relationship Id="rId17" Type="http://schemas.openxmlformats.org/officeDocument/2006/relationships/tags" Target="../tags/tag497.xml"/><Relationship Id="rId16" Type="http://schemas.openxmlformats.org/officeDocument/2006/relationships/tags" Target="../tags/tag496.xml"/><Relationship Id="rId15" Type="http://schemas.openxmlformats.org/officeDocument/2006/relationships/tags" Target="../tags/tag495.xml"/><Relationship Id="rId14" Type="http://schemas.openxmlformats.org/officeDocument/2006/relationships/tags" Target="../tags/tag494.xml"/><Relationship Id="rId13" Type="http://schemas.openxmlformats.org/officeDocument/2006/relationships/tags" Target="../tags/tag493.xml"/><Relationship Id="rId12" Type="http://schemas.openxmlformats.org/officeDocument/2006/relationships/tags" Target="../tags/tag492.xml"/><Relationship Id="rId11" Type="http://schemas.openxmlformats.org/officeDocument/2006/relationships/tags" Target="../tags/tag491.xml"/><Relationship Id="rId10" Type="http://schemas.openxmlformats.org/officeDocument/2006/relationships/tags" Target="../tags/tag490.xml"/><Relationship Id="rId1" Type="http://schemas.openxmlformats.org/officeDocument/2006/relationships/tags" Target="../tags/tag48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24.xml"/><Relationship Id="rId2" Type="http://schemas.openxmlformats.org/officeDocument/2006/relationships/tags" Target="../tags/tag523.xml"/><Relationship Id="rId1" Type="http://schemas.openxmlformats.org/officeDocument/2006/relationships/tags" Target="../tags/tag52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31.xml"/><Relationship Id="rId8" Type="http://schemas.openxmlformats.org/officeDocument/2006/relationships/tags" Target="../tags/tag530.xml"/><Relationship Id="rId7" Type="http://schemas.openxmlformats.org/officeDocument/2006/relationships/tags" Target="../tags/tag529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563.xml"/><Relationship Id="rId40" Type="http://schemas.openxmlformats.org/officeDocument/2006/relationships/tags" Target="../tags/tag562.xml"/><Relationship Id="rId4" Type="http://schemas.openxmlformats.org/officeDocument/2006/relationships/tags" Target="../tags/tag528.xml"/><Relationship Id="rId39" Type="http://schemas.openxmlformats.org/officeDocument/2006/relationships/tags" Target="../tags/tag561.xml"/><Relationship Id="rId38" Type="http://schemas.openxmlformats.org/officeDocument/2006/relationships/tags" Target="../tags/tag560.xml"/><Relationship Id="rId37" Type="http://schemas.openxmlformats.org/officeDocument/2006/relationships/tags" Target="../tags/tag559.xml"/><Relationship Id="rId36" Type="http://schemas.openxmlformats.org/officeDocument/2006/relationships/tags" Target="../tags/tag558.xml"/><Relationship Id="rId35" Type="http://schemas.openxmlformats.org/officeDocument/2006/relationships/tags" Target="../tags/tag557.xml"/><Relationship Id="rId34" Type="http://schemas.openxmlformats.org/officeDocument/2006/relationships/tags" Target="../tags/tag556.xml"/><Relationship Id="rId33" Type="http://schemas.openxmlformats.org/officeDocument/2006/relationships/tags" Target="../tags/tag555.xml"/><Relationship Id="rId32" Type="http://schemas.openxmlformats.org/officeDocument/2006/relationships/tags" Target="../tags/tag554.xml"/><Relationship Id="rId31" Type="http://schemas.openxmlformats.org/officeDocument/2006/relationships/tags" Target="../tags/tag553.xml"/><Relationship Id="rId30" Type="http://schemas.openxmlformats.org/officeDocument/2006/relationships/tags" Target="../tags/tag552.xml"/><Relationship Id="rId3" Type="http://schemas.openxmlformats.org/officeDocument/2006/relationships/tags" Target="../tags/tag527.xml"/><Relationship Id="rId29" Type="http://schemas.openxmlformats.org/officeDocument/2006/relationships/tags" Target="../tags/tag551.xml"/><Relationship Id="rId28" Type="http://schemas.openxmlformats.org/officeDocument/2006/relationships/tags" Target="../tags/tag550.xml"/><Relationship Id="rId27" Type="http://schemas.openxmlformats.org/officeDocument/2006/relationships/tags" Target="../tags/tag549.xml"/><Relationship Id="rId26" Type="http://schemas.openxmlformats.org/officeDocument/2006/relationships/tags" Target="../tags/tag548.xml"/><Relationship Id="rId25" Type="http://schemas.openxmlformats.org/officeDocument/2006/relationships/tags" Target="../tags/tag547.xml"/><Relationship Id="rId24" Type="http://schemas.openxmlformats.org/officeDocument/2006/relationships/tags" Target="../tags/tag546.xml"/><Relationship Id="rId23" Type="http://schemas.openxmlformats.org/officeDocument/2006/relationships/tags" Target="../tags/tag545.xml"/><Relationship Id="rId22" Type="http://schemas.openxmlformats.org/officeDocument/2006/relationships/tags" Target="../tags/tag544.xml"/><Relationship Id="rId21" Type="http://schemas.openxmlformats.org/officeDocument/2006/relationships/tags" Target="../tags/tag543.xml"/><Relationship Id="rId20" Type="http://schemas.openxmlformats.org/officeDocument/2006/relationships/tags" Target="../tags/tag542.xml"/><Relationship Id="rId2" Type="http://schemas.openxmlformats.org/officeDocument/2006/relationships/tags" Target="../tags/tag526.xml"/><Relationship Id="rId19" Type="http://schemas.openxmlformats.org/officeDocument/2006/relationships/tags" Target="../tags/tag541.xml"/><Relationship Id="rId18" Type="http://schemas.openxmlformats.org/officeDocument/2006/relationships/tags" Target="../tags/tag540.xml"/><Relationship Id="rId17" Type="http://schemas.openxmlformats.org/officeDocument/2006/relationships/tags" Target="../tags/tag539.xml"/><Relationship Id="rId16" Type="http://schemas.openxmlformats.org/officeDocument/2006/relationships/tags" Target="../tags/tag538.xml"/><Relationship Id="rId15" Type="http://schemas.openxmlformats.org/officeDocument/2006/relationships/tags" Target="../tags/tag537.xml"/><Relationship Id="rId14" Type="http://schemas.openxmlformats.org/officeDocument/2006/relationships/tags" Target="../tags/tag536.xml"/><Relationship Id="rId13" Type="http://schemas.openxmlformats.org/officeDocument/2006/relationships/tags" Target="../tags/tag535.xml"/><Relationship Id="rId12" Type="http://schemas.openxmlformats.org/officeDocument/2006/relationships/tags" Target="../tags/tag534.xml"/><Relationship Id="rId11" Type="http://schemas.openxmlformats.org/officeDocument/2006/relationships/tags" Target="../tags/tag533.xml"/><Relationship Id="rId10" Type="http://schemas.openxmlformats.org/officeDocument/2006/relationships/tags" Target="../tags/tag532.xml"/><Relationship Id="rId1" Type="http://schemas.openxmlformats.org/officeDocument/2006/relationships/tags" Target="../tags/tag52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72.xml"/><Relationship Id="rId8" Type="http://schemas.openxmlformats.org/officeDocument/2006/relationships/tags" Target="../tags/tag571.xml"/><Relationship Id="rId7" Type="http://schemas.openxmlformats.org/officeDocument/2006/relationships/tags" Target="../tags/tag570.xml"/><Relationship Id="rId6" Type="http://schemas.openxmlformats.org/officeDocument/2006/relationships/tags" Target="../tags/tag569.xml"/><Relationship Id="rId5" Type="http://schemas.openxmlformats.org/officeDocument/2006/relationships/tags" Target="../tags/tag568.xml"/><Relationship Id="rId4" Type="http://schemas.openxmlformats.org/officeDocument/2006/relationships/tags" Target="../tags/tag567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594.xml"/><Relationship Id="rId30" Type="http://schemas.openxmlformats.org/officeDocument/2006/relationships/tags" Target="../tags/tag593.xml"/><Relationship Id="rId3" Type="http://schemas.openxmlformats.org/officeDocument/2006/relationships/tags" Target="../tags/tag566.xml"/><Relationship Id="rId29" Type="http://schemas.openxmlformats.org/officeDocument/2006/relationships/tags" Target="../tags/tag592.xml"/><Relationship Id="rId28" Type="http://schemas.openxmlformats.org/officeDocument/2006/relationships/tags" Target="../tags/tag591.xml"/><Relationship Id="rId27" Type="http://schemas.openxmlformats.org/officeDocument/2006/relationships/tags" Target="../tags/tag590.xml"/><Relationship Id="rId26" Type="http://schemas.openxmlformats.org/officeDocument/2006/relationships/tags" Target="../tags/tag589.xml"/><Relationship Id="rId25" Type="http://schemas.openxmlformats.org/officeDocument/2006/relationships/tags" Target="../tags/tag588.xml"/><Relationship Id="rId24" Type="http://schemas.openxmlformats.org/officeDocument/2006/relationships/tags" Target="../tags/tag587.xml"/><Relationship Id="rId23" Type="http://schemas.openxmlformats.org/officeDocument/2006/relationships/tags" Target="../tags/tag586.xml"/><Relationship Id="rId22" Type="http://schemas.openxmlformats.org/officeDocument/2006/relationships/tags" Target="../tags/tag585.xml"/><Relationship Id="rId21" Type="http://schemas.openxmlformats.org/officeDocument/2006/relationships/tags" Target="../tags/tag584.xml"/><Relationship Id="rId20" Type="http://schemas.openxmlformats.org/officeDocument/2006/relationships/tags" Target="../tags/tag583.xml"/><Relationship Id="rId2" Type="http://schemas.openxmlformats.org/officeDocument/2006/relationships/tags" Target="../tags/tag565.xml"/><Relationship Id="rId19" Type="http://schemas.openxmlformats.org/officeDocument/2006/relationships/tags" Target="../tags/tag582.xml"/><Relationship Id="rId18" Type="http://schemas.openxmlformats.org/officeDocument/2006/relationships/tags" Target="../tags/tag581.xml"/><Relationship Id="rId17" Type="http://schemas.openxmlformats.org/officeDocument/2006/relationships/tags" Target="../tags/tag580.xml"/><Relationship Id="rId16" Type="http://schemas.openxmlformats.org/officeDocument/2006/relationships/tags" Target="../tags/tag579.xml"/><Relationship Id="rId15" Type="http://schemas.openxmlformats.org/officeDocument/2006/relationships/tags" Target="../tags/tag578.xml"/><Relationship Id="rId14" Type="http://schemas.openxmlformats.org/officeDocument/2006/relationships/tags" Target="../tags/tag577.xml"/><Relationship Id="rId13" Type="http://schemas.openxmlformats.org/officeDocument/2006/relationships/tags" Target="../tags/tag576.xml"/><Relationship Id="rId12" Type="http://schemas.openxmlformats.org/officeDocument/2006/relationships/tags" Target="../tags/tag575.xml"/><Relationship Id="rId11" Type="http://schemas.openxmlformats.org/officeDocument/2006/relationships/tags" Target="../tags/tag574.xml"/><Relationship Id="rId10" Type="http://schemas.openxmlformats.org/officeDocument/2006/relationships/tags" Target="../tags/tag573.xml"/><Relationship Id="rId1" Type="http://schemas.openxmlformats.org/officeDocument/2006/relationships/tags" Target="../tags/tag56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602.xml"/><Relationship Id="rId8" Type="http://schemas.openxmlformats.org/officeDocument/2006/relationships/tags" Target="../tags/tag601.xml"/><Relationship Id="rId7" Type="http://schemas.openxmlformats.org/officeDocument/2006/relationships/tags" Target="../tags/tag600.xml"/><Relationship Id="rId6" Type="http://schemas.openxmlformats.org/officeDocument/2006/relationships/tags" Target="../tags/tag599.xml"/><Relationship Id="rId5" Type="http://schemas.openxmlformats.org/officeDocument/2006/relationships/tags" Target="../tags/tag598.xml"/><Relationship Id="rId4" Type="http://schemas.openxmlformats.org/officeDocument/2006/relationships/image" Target="../media/image53.jpeg"/><Relationship Id="rId3" Type="http://schemas.openxmlformats.org/officeDocument/2006/relationships/tags" Target="../tags/tag597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619.xml"/><Relationship Id="rId25" Type="http://schemas.openxmlformats.org/officeDocument/2006/relationships/tags" Target="../tags/tag618.xml"/><Relationship Id="rId24" Type="http://schemas.openxmlformats.org/officeDocument/2006/relationships/tags" Target="../tags/tag617.xml"/><Relationship Id="rId23" Type="http://schemas.openxmlformats.org/officeDocument/2006/relationships/tags" Target="../tags/tag616.xml"/><Relationship Id="rId22" Type="http://schemas.openxmlformats.org/officeDocument/2006/relationships/tags" Target="../tags/tag615.xml"/><Relationship Id="rId21" Type="http://schemas.openxmlformats.org/officeDocument/2006/relationships/tags" Target="../tags/tag614.xml"/><Relationship Id="rId20" Type="http://schemas.openxmlformats.org/officeDocument/2006/relationships/tags" Target="../tags/tag613.xml"/><Relationship Id="rId2" Type="http://schemas.openxmlformats.org/officeDocument/2006/relationships/tags" Target="../tags/tag596.xml"/><Relationship Id="rId19" Type="http://schemas.openxmlformats.org/officeDocument/2006/relationships/tags" Target="../tags/tag612.xml"/><Relationship Id="rId18" Type="http://schemas.openxmlformats.org/officeDocument/2006/relationships/tags" Target="../tags/tag611.xml"/><Relationship Id="rId17" Type="http://schemas.openxmlformats.org/officeDocument/2006/relationships/tags" Target="../tags/tag610.xml"/><Relationship Id="rId16" Type="http://schemas.openxmlformats.org/officeDocument/2006/relationships/tags" Target="../tags/tag609.xml"/><Relationship Id="rId15" Type="http://schemas.openxmlformats.org/officeDocument/2006/relationships/tags" Target="../tags/tag608.xml"/><Relationship Id="rId14" Type="http://schemas.openxmlformats.org/officeDocument/2006/relationships/tags" Target="../tags/tag607.xml"/><Relationship Id="rId13" Type="http://schemas.openxmlformats.org/officeDocument/2006/relationships/tags" Target="../tags/tag606.xml"/><Relationship Id="rId12" Type="http://schemas.openxmlformats.org/officeDocument/2006/relationships/tags" Target="../tags/tag605.xml"/><Relationship Id="rId11" Type="http://schemas.openxmlformats.org/officeDocument/2006/relationships/tags" Target="../tags/tag604.xml"/><Relationship Id="rId10" Type="http://schemas.openxmlformats.org/officeDocument/2006/relationships/tags" Target="../tags/tag603.xml"/><Relationship Id="rId1" Type="http://schemas.openxmlformats.org/officeDocument/2006/relationships/tags" Target="../tags/tag59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626.xml"/><Relationship Id="rId8" Type="http://schemas.openxmlformats.org/officeDocument/2006/relationships/tags" Target="../tags/tag625.xml"/><Relationship Id="rId7" Type="http://schemas.openxmlformats.org/officeDocument/2006/relationships/image" Target="../media/image55.svg"/><Relationship Id="rId6" Type="http://schemas.openxmlformats.org/officeDocument/2006/relationships/image" Target="../media/image54.png"/><Relationship Id="rId5" Type="http://schemas.openxmlformats.org/officeDocument/2006/relationships/tags" Target="../tags/tag624.xml"/><Relationship Id="rId4" Type="http://schemas.openxmlformats.org/officeDocument/2006/relationships/tags" Target="../tags/tag623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653.xml"/><Relationship Id="rId35" Type="http://schemas.openxmlformats.org/officeDocument/2006/relationships/tags" Target="../tags/tag652.xml"/><Relationship Id="rId34" Type="http://schemas.openxmlformats.org/officeDocument/2006/relationships/tags" Target="../tags/tag651.xml"/><Relationship Id="rId33" Type="http://schemas.openxmlformats.org/officeDocument/2006/relationships/tags" Target="../tags/tag650.xml"/><Relationship Id="rId32" Type="http://schemas.openxmlformats.org/officeDocument/2006/relationships/tags" Target="../tags/tag649.xml"/><Relationship Id="rId31" Type="http://schemas.openxmlformats.org/officeDocument/2006/relationships/tags" Target="../tags/tag648.xml"/><Relationship Id="rId30" Type="http://schemas.openxmlformats.org/officeDocument/2006/relationships/tags" Target="../tags/tag647.xml"/><Relationship Id="rId3" Type="http://schemas.openxmlformats.org/officeDocument/2006/relationships/tags" Target="../tags/tag622.xml"/><Relationship Id="rId29" Type="http://schemas.openxmlformats.org/officeDocument/2006/relationships/tags" Target="../tags/tag646.xml"/><Relationship Id="rId28" Type="http://schemas.openxmlformats.org/officeDocument/2006/relationships/tags" Target="../tags/tag645.xml"/><Relationship Id="rId27" Type="http://schemas.openxmlformats.org/officeDocument/2006/relationships/tags" Target="../tags/tag644.xml"/><Relationship Id="rId26" Type="http://schemas.openxmlformats.org/officeDocument/2006/relationships/tags" Target="../tags/tag643.xml"/><Relationship Id="rId25" Type="http://schemas.openxmlformats.org/officeDocument/2006/relationships/tags" Target="../tags/tag642.xml"/><Relationship Id="rId24" Type="http://schemas.openxmlformats.org/officeDocument/2006/relationships/tags" Target="../tags/tag641.xml"/><Relationship Id="rId23" Type="http://schemas.openxmlformats.org/officeDocument/2006/relationships/tags" Target="../tags/tag640.xml"/><Relationship Id="rId22" Type="http://schemas.openxmlformats.org/officeDocument/2006/relationships/tags" Target="../tags/tag639.xml"/><Relationship Id="rId21" Type="http://schemas.openxmlformats.org/officeDocument/2006/relationships/tags" Target="../tags/tag638.xml"/><Relationship Id="rId20" Type="http://schemas.openxmlformats.org/officeDocument/2006/relationships/tags" Target="../tags/tag637.xml"/><Relationship Id="rId2" Type="http://schemas.openxmlformats.org/officeDocument/2006/relationships/tags" Target="../tags/tag621.xml"/><Relationship Id="rId19" Type="http://schemas.openxmlformats.org/officeDocument/2006/relationships/tags" Target="../tags/tag636.xml"/><Relationship Id="rId18" Type="http://schemas.openxmlformats.org/officeDocument/2006/relationships/tags" Target="../tags/tag635.xml"/><Relationship Id="rId17" Type="http://schemas.openxmlformats.org/officeDocument/2006/relationships/tags" Target="../tags/tag634.xml"/><Relationship Id="rId16" Type="http://schemas.openxmlformats.org/officeDocument/2006/relationships/tags" Target="../tags/tag633.xml"/><Relationship Id="rId15" Type="http://schemas.openxmlformats.org/officeDocument/2006/relationships/tags" Target="../tags/tag632.xml"/><Relationship Id="rId14" Type="http://schemas.openxmlformats.org/officeDocument/2006/relationships/tags" Target="../tags/tag631.xml"/><Relationship Id="rId13" Type="http://schemas.openxmlformats.org/officeDocument/2006/relationships/tags" Target="../tags/tag630.xml"/><Relationship Id="rId12" Type="http://schemas.openxmlformats.org/officeDocument/2006/relationships/tags" Target="../tags/tag629.xml"/><Relationship Id="rId11" Type="http://schemas.openxmlformats.org/officeDocument/2006/relationships/tags" Target="../tags/tag628.xml"/><Relationship Id="rId10" Type="http://schemas.openxmlformats.org/officeDocument/2006/relationships/tags" Target="../tags/tag627.xml"/><Relationship Id="rId1" Type="http://schemas.openxmlformats.org/officeDocument/2006/relationships/tags" Target="../tags/tag620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662.xml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tags" Target="../tags/tag659.xml"/><Relationship Id="rId5" Type="http://schemas.openxmlformats.org/officeDocument/2006/relationships/tags" Target="../tags/tag658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687.xml"/><Relationship Id="rId41" Type="http://schemas.openxmlformats.org/officeDocument/2006/relationships/tags" Target="../tags/tag686.xml"/><Relationship Id="rId40" Type="http://schemas.openxmlformats.org/officeDocument/2006/relationships/tags" Target="../tags/tag685.xml"/><Relationship Id="rId4" Type="http://schemas.openxmlformats.org/officeDocument/2006/relationships/tags" Target="../tags/tag657.xml"/><Relationship Id="rId39" Type="http://schemas.openxmlformats.org/officeDocument/2006/relationships/image" Target="../media/image63.svg"/><Relationship Id="rId38" Type="http://schemas.openxmlformats.org/officeDocument/2006/relationships/image" Target="../media/image62.png"/><Relationship Id="rId37" Type="http://schemas.openxmlformats.org/officeDocument/2006/relationships/tags" Target="../tags/tag684.xml"/><Relationship Id="rId36" Type="http://schemas.openxmlformats.org/officeDocument/2006/relationships/tags" Target="../tags/tag683.xml"/><Relationship Id="rId35" Type="http://schemas.openxmlformats.org/officeDocument/2006/relationships/tags" Target="../tags/tag682.xml"/><Relationship Id="rId34" Type="http://schemas.openxmlformats.org/officeDocument/2006/relationships/tags" Target="../tags/tag681.xml"/><Relationship Id="rId33" Type="http://schemas.openxmlformats.org/officeDocument/2006/relationships/tags" Target="../tags/tag680.xml"/><Relationship Id="rId32" Type="http://schemas.openxmlformats.org/officeDocument/2006/relationships/tags" Target="../tags/tag679.xml"/><Relationship Id="rId31" Type="http://schemas.openxmlformats.org/officeDocument/2006/relationships/tags" Target="../tags/tag678.xml"/><Relationship Id="rId30" Type="http://schemas.openxmlformats.org/officeDocument/2006/relationships/image" Target="../media/image61.svg"/><Relationship Id="rId3" Type="http://schemas.openxmlformats.org/officeDocument/2006/relationships/tags" Target="../tags/tag656.xml"/><Relationship Id="rId29" Type="http://schemas.openxmlformats.org/officeDocument/2006/relationships/image" Target="../media/image60.png"/><Relationship Id="rId28" Type="http://schemas.openxmlformats.org/officeDocument/2006/relationships/tags" Target="../tags/tag677.xml"/><Relationship Id="rId27" Type="http://schemas.openxmlformats.org/officeDocument/2006/relationships/tags" Target="../tags/tag676.xml"/><Relationship Id="rId26" Type="http://schemas.openxmlformats.org/officeDocument/2006/relationships/tags" Target="../tags/tag675.xml"/><Relationship Id="rId25" Type="http://schemas.openxmlformats.org/officeDocument/2006/relationships/tags" Target="../tags/tag674.xml"/><Relationship Id="rId24" Type="http://schemas.openxmlformats.org/officeDocument/2006/relationships/tags" Target="../tags/tag673.xml"/><Relationship Id="rId23" Type="http://schemas.openxmlformats.org/officeDocument/2006/relationships/tags" Target="../tags/tag672.xml"/><Relationship Id="rId22" Type="http://schemas.openxmlformats.org/officeDocument/2006/relationships/tags" Target="../tags/tag671.xml"/><Relationship Id="rId21" Type="http://schemas.openxmlformats.org/officeDocument/2006/relationships/image" Target="../media/image59.svg"/><Relationship Id="rId20" Type="http://schemas.openxmlformats.org/officeDocument/2006/relationships/image" Target="../media/image58.png"/><Relationship Id="rId2" Type="http://schemas.openxmlformats.org/officeDocument/2006/relationships/tags" Target="../tags/tag655.xml"/><Relationship Id="rId19" Type="http://schemas.openxmlformats.org/officeDocument/2006/relationships/tags" Target="../tags/tag670.xml"/><Relationship Id="rId18" Type="http://schemas.openxmlformats.org/officeDocument/2006/relationships/tags" Target="../tags/tag669.xml"/><Relationship Id="rId17" Type="http://schemas.openxmlformats.org/officeDocument/2006/relationships/tags" Target="../tags/tag668.xml"/><Relationship Id="rId16" Type="http://schemas.openxmlformats.org/officeDocument/2006/relationships/tags" Target="../tags/tag667.xml"/><Relationship Id="rId15" Type="http://schemas.openxmlformats.org/officeDocument/2006/relationships/tags" Target="../tags/tag666.xml"/><Relationship Id="rId14" Type="http://schemas.openxmlformats.org/officeDocument/2006/relationships/tags" Target="../tags/tag665.xml"/><Relationship Id="rId13" Type="http://schemas.openxmlformats.org/officeDocument/2006/relationships/tags" Target="../tags/tag664.xml"/><Relationship Id="rId12" Type="http://schemas.openxmlformats.org/officeDocument/2006/relationships/image" Target="../media/image57.svg"/><Relationship Id="rId11" Type="http://schemas.openxmlformats.org/officeDocument/2006/relationships/image" Target="../media/image56.png"/><Relationship Id="rId10" Type="http://schemas.openxmlformats.org/officeDocument/2006/relationships/tags" Target="../tags/tag663.xml"/><Relationship Id="rId1" Type="http://schemas.openxmlformats.org/officeDocument/2006/relationships/tags" Target="../tags/tag654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90.xml"/><Relationship Id="rId2" Type="http://schemas.openxmlformats.org/officeDocument/2006/relationships/tags" Target="../tags/tag689.xml"/><Relationship Id="rId1" Type="http://schemas.openxmlformats.org/officeDocument/2006/relationships/tags" Target="../tags/tag6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2026/10/08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5100"/>
              <a:t>御磁坚盾——国内首创超轻高强韧镁锂基电磁屏蔽材料</a:t>
            </a:r>
            <a:endParaRPr lang="zh-CN" altLang="en-US" sz="5100"/>
          </a:p>
        </p:txBody>
      </p:sp>
      <p:sp>
        <p:nvSpPr>
          <p:cNvPr id="4" name="Text Placeholder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汇报人：厦门大学学生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内容导航</a:t>
            </a:r>
            <a:endParaRPr sz="42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3784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6714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01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542415" y="19189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876425" y="18721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开场</a:t>
            </a:r>
            <a:r>
              <a:rPr sz="2100" b="1">
                <a:solidFill>
                  <a:schemeClr val="accent1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引入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87642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</a:rPr>
              <a:t>挑战杯赛事与项目缘起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619569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652499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02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7200265" y="19189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7534275" y="18721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灵感</a:t>
            </a:r>
            <a:r>
              <a:rPr sz="2100" b="1">
                <a:solidFill>
                  <a:schemeClr val="accent1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破题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753427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</a:rPr>
              <a:t>弹球游戏启发航空抗干扰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53784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86714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03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1542415" y="361442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1876425" y="356758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项目</a:t>
            </a:r>
            <a:r>
              <a:rPr sz="2100" b="1">
                <a:solidFill>
                  <a:schemeClr val="accent1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全貌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187642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</a:rPr>
              <a:t>团队配置、学院信息与项目内容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8"/>
            </p:custDataLst>
          </p:nvPr>
        </p:nvSpPr>
        <p:spPr>
          <a:xfrm>
            <a:off x="619569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652499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04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20"/>
            </p:custDataLst>
          </p:nvPr>
        </p:nvSpPr>
        <p:spPr>
          <a:xfrm>
            <a:off x="7200265" y="361442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7534275" y="356758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创新</a:t>
            </a:r>
            <a:r>
              <a:rPr sz="2100" b="1">
                <a:solidFill>
                  <a:schemeClr val="accent1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成就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753427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</a:rPr>
              <a:t>通俗讲解原理并展示成就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3"/>
            </p:custDataLst>
          </p:nvPr>
        </p:nvSpPr>
        <p:spPr>
          <a:xfrm>
            <a:off x="53784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4"/>
            </p:custDataLst>
          </p:nvPr>
        </p:nvSpPr>
        <p:spPr>
          <a:xfrm>
            <a:off x="86714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05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31" name="矩形 30"/>
          <p:cNvSpPr/>
          <p:nvPr>
            <p:custDataLst>
              <p:tags r:id="rId25"/>
            </p:custDataLst>
          </p:nvPr>
        </p:nvSpPr>
        <p:spPr>
          <a:xfrm>
            <a:off x="1542415" y="53098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1876425" y="52630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团队</a:t>
            </a:r>
            <a:r>
              <a:rPr sz="2100" b="1">
                <a:solidFill>
                  <a:schemeClr val="accent1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故事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7"/>
            </p:custDataLst>
          </p:nvPr>
        </p:nvSpPr>
        <p:spPr>
          <a:xfrm>
            <a:off x="187642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</a:rPr>
              <a:t>项目成型历程与团队发展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28"/>
            </p:custDataLst>
          </p:nvPr>
        </p:nvSpPr>
        <p:spPr>
          <a:xfrm>
            <a:off x="619569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60 w 8595"/>
              <a:gd name="p0y0" fmla="*/ 0 h 2355"/>
              <a:gd name="p0x1" fmla="*/ 8535 w 8595"/>
              <a:gd name="p0y1" fmla="*/ 0 h 2355"/>
              <a:gd name="p0x2" fmla="*/ 8568 w 8595"/>
              <a:gd name="p0y2" fmla="*/ 0 h 2355"/>
              <a:gd name="p0x3" fmla="*/ 8595 w 8595"/>
              <a:gd name="p0y3" fmla="*/ 26 h 2355"/>
              <a:gd name="p0x4" fmla="*/ 8595 w 8595"/>
              <a:gd name="p0y4" fmla="*/ 60 h 2355"/>
              <a:gd name="p0x5" fmla="*/ 8595 w 8595"/>
              <a:gd name="p0y5" fmla="*/ 2295 h 2355"/>
              <a:gd name="p0x6" fmla="*/ 8595 w 8595"/>
              <a:gd name="p0y6" fmla="*/ 2328 h 2355"/>
              <a:gd name="p0x7" fmla="*/ 8568 w 8595"/>
              <a:gd name="p0y7" fmla="*/ 2355 h 2355"/>
              <a:gd name="p0x8" fmla="*/ 8535 w 8595"/>
              <a:gd name="p0y8" fmla="*/ 2355 h 2355"/>
              <a:gd name="p0x9" fmla="*/ 60 w 8595"/>
              <a:gd name="p0y9" fmla="*/ 2355 h 2355"/>
              <a:gd name="p0x10" fmla="*/ 26 w 8595"/>
              <a:gd name="p0y10" fmla="*/ 2355 h 2355"/>
              <a:gd name="p0x11" fmla="*/ 0 w 8595"/>
              <a:gd name="p0y11" fmla="*/ 2328 h 2355"/>
              <a:gd name="p0x12" fmla="*/ 0 w 8595"/>
              <a:gd name="p0y12" fmla="*/ 2295 h 2355"/>
              <a:gd name="p0x13" fmla="*/ 0 w 8595"/>
              <a:gd name="p0y13" fmla="*/ 60 h 2355"/>
              <a:gd name="p0x14" fmla="*/ 0 w 8595"/>
              <a:gd name="p0y14" fmla="*/ 26 h 2355"/>
              <a:gd name="p0x15" fmla="*/ 26 w 8595"/>
              <a:gd name="p0y15" fmla="*/ 0 h 2355"/>
              <a:gd name="p0x16" fmla="*/ 6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29"/>
            </p:custDataLst>
          </p:nvPr>
        </p:nvSpPr>
        <p:spPr>
          <a:xfrm>
            <a:off x="652499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397AF3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06</a:t>
            </a:r>
            <a:endParaRPr sz="3300" b="1">
              <a:solidFill>
                <a:srgbClr val="397AF3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37" name="矩形 36"/>
          <p:cNvSpPr/>
          <p:nvPr>
            <p:custDataLst>
              <p:tags r:id="rId30"/>
            </p:custDataLst>
          </p:nvPr>
        </p:nvSpPr>
        <p:spPr>
          <a:xfrm>
            <a:off x="7200265" y="5309870"/>
            <a:ext cx="9525" cy="52387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1"/>
            </p:custDataLst>
          </p:nvPr>
        </p:nvSpPr>
        <p:spPr>
          <a:xfrm>
            <a:off x="7534275" y="52630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致敬</a:t>
            </a:r>
            <a:r>
              <a:rPr sz="2100" b="1">
                <a:solidFill>
                  <a:schemeClr val="accent1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收束</a:t>
            </a:r>
            <a:endParaRPr sz="2100" b="1">
              <a:solidFill>
                <a:schemeClr val="accent1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2"/>
            </p:custDataLst>
          </p:nvPr>
        </p:nvSpPr>
        <p:spPr>
          <a:xfrm>
            <a:off x="753427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E8EDF8">
                    <a:alpha val="72157"/>
                  </a:srgbClr>
                </a:solidFill>
                <a:latin typeface="汉仪雅酷黑-65J" panose="00020600040101010101" charset="-122"/>
                <a:ea typeface="汉仪雅酷黑-65J" panose="00020600040101010101" charset="-122"/>
              </a:rPr>
              <a:t>致敬团队并表达个人收获</a:t>
            </a:r>
            <a:endParaRPr sz="1350">
              <a:solidFill>
                <a:srgbClr val="E8EDF8">
                  <a:alpha val="72157"/>
                </a:srgbClr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“挑战杯”全国大学生课外学术科技作品竞赛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6000" y="51562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挑战杯，大学生科创的最高舞台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认识“大挑”，看懂这份荣誉的分量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795020" y="500380"/>
            <a:ext cx="10458450" cy="5980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354965" y="394970"/>
            <a:ext cx="11205845" cy="6067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挑战杯舞台上的御磁坚盾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挑战杯被誉为当代大学生科技创新的奥林匹克盛会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1447800"/>
            <a:ext cx="11049000" cy="967740"/>
          </a:xfrm>
          <a:custGeom>
            <a:avLst/>
            <a:gdLst>
              <a:gd name="sw" fmla="*/ 1 w 17400"/>
              <a:gd name="sh" fmla="*/ 1 h 1524"/>
              <a:gd name="mins" fmla="min sw sh"/>
              <a:gd name="dsw" fmla="+- 0 sw mins"/>
              <a:gd name="dsh" fmla="+- 0 sh mins"/>
              <a:gd name="p0x0" fmla="*/ 60 w 17400"/>
              <a:gd name="p0y0" fmla="*/ 0 h 1524"/>
              <a:gd name="p0x1" fmla="*/ 17340 w 17400"/>
              <a:gd name="p0y1" fmla="*/ 0 h 1524"/>
              <a:gd name="p0x2" fmla="*/ 17373 w 17400"/>
              <a:gd name="p0y2" fmla="*/ 0 h 1524"/>
              <a:gd name="p0x3" fmla="*/ 17400 w 17400"/>
              <a:gd name="p0y3" fmla="*/ 26 h 1524"/>
              <a:gd name="p0x4" fmla="*/ 17400 w 17400"/>
              <a:gd name="p0y4" fmla="*/ 60 h 1524"/>
              <a:gd name="p0x5" fmla="*/ 17400 w 17400"/>
              <a:gd name="p0y5" fmla="*/ 1464 h 1524"/>
              <a:gd name="p0x6" fmla="*/ 17400 w 17400"/>
              <a:gd name="p0y6" fmla="*/ 1497 h 1524"/>
              <a:gd name="p0x7" fmla="*/ 17373 w 17400"/>
              <a:gd name="p0y7" fmla="*/ 1524 h 1524"/>
              <a:gd name="p0x8" fmla="*/ 17340 w 17400"/>
              <a:gd name="p0y8" fmla="*/ 1524 h 1524"/>
              <a:gd name="p0x9" fmla="*/ 60 w 17400"/>
              <a:gd name="p0y9" fmla="*/ 1524 h 1524"/>
              <a:gd name="p0x10" fmla="*/ 26 w 17400"/>
              <a:gd name="p0y10" fmla="*/ 1524 h 1524"/>
              <a:gd name="p0x11" fmla="*/ 0 w 17400"/>
              <a:gd name="p0y11" fmla="*/ 1497 h 1524"/>
              <a:gd name="p0x12" fmla="*/ 0 w 17400"/>
              <a:gd name="p0y12" fmla="*/ 1464 h 1524"/>
              <a:gd name="p0x13" fmla="*/ 0 w 17400"/>
              <a:gd name="p0y13" fmla="*/ 60 h 1524"/>
              <a:gd name="p0x14" fmla="*/ 0 w 17400"/>
              <a:gd name="p0y14" fmla="*/ 26 h 1524"/>
              <a:gd name="p0x15" fmla="*/ 26 w 17400"/>
              <a:gd name="p0y15" fmla="*/ 0 h 1524"/>
              <a:gd name="p0x16" fmla="*/ 60 w 17400"/>
              <a:gd name="p0y16" fmla="*/ 0 h 152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1773526"/>
            <a:ext cx="800129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挑战杯</a:t>
            </a: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舞台之上，</a:t>
            </a: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以材料之韧守护科技之梦，点亮青年创新之光。</a:t>
            </a:r>
            <a:endParaRPr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5759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771525" y="2882265"/>
            <a:ext cx="3129280" cy="466090"/>
            <a:chOff x="1215" y="4539"/>
            <a:chExt cx="4928" cy="734"/>
          </a:xfrm>
        </p:grpSpPr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215" y="4539"/>
              <a:ext cx="4929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7"/>
              </p:custDataLst>
            </p:nvPr>
          </p:nvSpPr>
          <p:spPr>
            <a:xfrm>
              <a:off x="1215" y="5259"/>
              <a:ext cx="4929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71525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0754b75f-c2fc-11f1-b688-62eea35f5e93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9" b="9"/>
          <a:stretch>
            <a:fillRect/>
          </a:stretch>
        </p:blipFill>
        <p:spPr>
          <a:xfrm>
            <a:off x="838200" y="2948940"/>
            <a:ext cx="209550" cy="20955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1228725" y="2870854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赛事影响力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771525" y="394081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904875" y="3821763"/>
            <a:ext cx="2997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第十八届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挑战杯全国大学生课外学术科技作品竞赛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5"/>
            </p:custDataLst>
          </p:nvPr>
        </p:nvSpPr>
        <p:spPr>
          <a:xfrm>
            <a:off x="771525" y="503745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904875" y="4918405"/>
            <a:ext cx="2997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全国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最具影响力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的大学生科创赛事之一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7"/>
            </p:custDataLst>
          </p:nvPr>
        </p:nvSpPr>
        <p:spPr>
          <a:xfrm>
            <a:off x="775970" y="6033770"/>
            <a:ext cx="695325" cy="238125"/>
          </a:xfrm>
          <a:custGeom>
            <a:avLst/>
            <a:gdLst>
              <a:gd name="sw" fmla="*/ 1 w 1095"/>
              <a:gd name="sh" fmla="*/ 1 h 375"/>
              <a:gd name="mins" fmla="min sw sh"/>
              <a:gd name="dsw" fmla="+- 0 sw mins"/>
              <a:gd name="dsh" fmla="+- 0 sh mins"/>
              <a:gd name="p0x0" fmla="*/ 187 w 1095"/>
              <a:gd name="p0y0" fmla="*/ 0 h 375"/>
              <a:gd name="p0x1" fmla="*/ 907 w 1095"/>
              <a:gd name="p0y1" fmla="*/ 0 h 375"/>
              <a:gd name="p0x2" fmla="*/ 1011 w 1095"/>
              <a:gd name="p0y2" fmla="*/ 0 h 375"/>
              <a:gd name="p0x3" fmla="*/ 1095 w 1095"/>
              <a:gd name="p0y3" fmla="*/ 83 h 375"/>
              <a:gd name="p0x4" fmla="*/ 1095 w 1095"/>
              <a:gd name="p0y4" fmla="*/ 187 h 375"/>
              <a:gd name="p0x5" fmla="*/ 1095 w 1095"/>
              <a:gd name="p0y5" fmla="*/ 291 h 375"/>
              <a:gd name="p0x6" fmla="*/ 1011 w 1095"/>
              <a:gd name="p0y6" fmla="*/ 375 h 375"/>
              <a:gd name="p0x7" fmla="*/ 907 w 1095"/>
              <a:gd name="p0y7" fmla="*/ 375 h 375"/>
              <a:gd name="p0x8" fmla="*/ 187 w 1095"/>
              <a:gd name="p0y8" fmla="*/ 375 h 375"/>
              <a:gd name="p0x9" fmla="*/ 83 w 1095"/>
              <a:gd name="p0y9" fmla="*/ 375 h 375"/>
              <a:gd name="p0x10" fmla="*/ 0 w 1095"/>
              <a:gd name="p0y10" fmla="*/ 291 h 375"/>
              <a:gd name="p0x11" fmla="*/ 0 w 1095"/>
              <a:gd name="p0y11" fmla="*/ 187 h 375"/>
              <a:gd name="p0x12" fmla="*/ 0 w 1095"/>
              <a:gd name="p0y12" fmla="*/ 83 h 375"/>
              <a:gd name="p0x13" fmla="*/ 83 w 1095"/>
              <a:gd name="p0y13" fmla="*/ 0 h 375"/>
              <a:gd name="p0x14" fmla="*/ 187 w 109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895350" y="6068378"/>
            <a:ext cx="6096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挑战杯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43351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4530090" y="2882265"/>
            <a:ext cx="3130550" cy="466090"/>
            <a:chOff x="7134" y="4539"/>
            <a:chExt cx="4930" cy="734"/>
          </a:xfrm>
        </p:grpSpPr>
        <p:sp>
          <p:nvSpPr>
            <p:cNvPr id="24" name="任意多边形 23"/>
            <p:cNvSpPr/>
            <p:nvPr>
              <p:custDataLst>
                <p:tags r:id="rId20"/>
              </p:custDataLst>
            </p:nvPr>
          </p:nvSpPr>
          <p:spPr>
            <a:xfrm>
              <a:off x="7134" y="4539"/>
              <a:ext cx="4930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1"/>
              </p:custDataLst>
            </p:nvPr>
          </p:nvSpPr>
          <p:spPr>
            <a:xfrm>
              <a:off x="7134" y="5259"/>
              <a:ext cx="4930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7" name="任意多边形 26"/>
          <p:cNvSpPr/>
          <p:nvPr>
            <p:custDataLst>
              <p:tags r:id="rId22"/>
            </p:custDataLst>
          </p:nvPr>
        </p:nvSpPr>
        <p:spPr>
          <a:xfrm>
            <a:off x="4530090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0754b8f6-c2fc-11f1-b688-62eea35f5e93"/>
          <p:cNvPicPr/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291" t="-9" r="291" b="9"/>
          <a:stretch>
            <a:fillRect/>
          </a:stretch>
        </p:blipFill>
        <p:spPr>
          <a:xfrm>
            <a:off x="4596765" y="2948940"/>
            <a:ext cx="209550" cy="20955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6"/>
            </p:custDataLst>
          </p:nvPr>
        </p:nvSpPr>
        <p:spPr>
          <a:xfrm>
            <a:off x="4987899" y="2870854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团队登台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7"/>
            </p:custDataLst>
          </p:nvPr>
        </p:nvSpPr>
        <p:spPr>
          <a:xfrm>
            <a:off x="4530090" y="41433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4664049" y="4024912"/>
            <a:ext cx="27289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哈尔滨工程大学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9"/>
            </p:custDataLst>
          </p:nvPr>
        </p:nvSpPr>
        <p:spPr>
          <a:xfrm>
            <a:off x="4530090" y="51384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4664049" y="5019904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凭借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主体赛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作品登上全国舞台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1"/>
            </p:custDataLst>
          </p:nvPr>
        </p:nvSpPr>
        <p:spPr>
          <a:xfrm>
            <a:off x="4535170" y="60337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2"/>
            </p:custDataLst>
          </p:nvPr>
        </p:nvSpPr>
        <p:spPr>
          <a:xfrm>
            <a:off x="4654524" y="60683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御磁坚盾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3"/>
            </p:custDataLst>
          </p:nvPr>
        </p:nvSpPr>
        <p:spPr>
          <a:xfrm>
            <a:off x="8094345" y="2686685"/>
            <a:ext cx="3521075" cy="3785235"/>
          </a:xfrm>
          <a:custGeom>
            <a:avLst/>
            <a:gdLst>
              <a:gd name="sw" fmla="*/ 1 w 5544"/>
              <a:gd name="sh" fmla="*/ 1 h 5960"/>
              <a:gd name="mins" fmla="min sw sh"/>
              <a:gd name="dsw" fmla="+- 0 sw mins"/>
              <a:gd name="dsh" fmla="+- 0 sh mins"/>
              <a:gd name="p0x0" fmla="*/ 120 w 5544"/>
              <a:gd name="p0y0" fmla="*/ 0 h 5960"/>
              <a:gd name="p0x1" fmla="*/ 5424 w 5544"/>
              <a:gd name="p0y1" fmla="*/ 0 h 5960"/>
              <a:gd name="p0x2" fmla="*/ 5491 w 5544"/>
              <a:gd name="p0y2" fmla="*/ 0 h 5960"/>
              <a:gd name="p0x3" fmla="*/ 5544 w 5544"/>
              <a:gd name="p0y3" fmla="*/ 53 h 5960"/>
              <a:gd name="p0x4" fmla="*/ 5544 w 5544"/>
              <a:gd name="p0y4" fmla="*/ 120 h 5960"/>
              <a:gd name="p0x5" fmla="*/ 5544 w 5544"/>
              <a:gd name="p0y5" fmla="*/ 5840 h 5960"/>
              <a:gd name="p0x6" fmla="*/ 5544 w 5544"/>
              <a:gd name="p0y6" fmla="*/ 5907 h 5960"/>
              <a:gd name="p0x7" fmla="*/ 5491 w 5544"/>
              <a:gd name="p0y7" fmla="*/ 5960 h 5960"/>
              <a:gd name="p0x8" fmla="*/ 5424 w 5544"/>
              <a:gd name="p0y8" fmla="*/ 5960 h 5960"/>
              <a:gd name="p0x9" fmla="*/ 120 w 5544"/>
              <a:gd name="p0y9" fmla="*/ 5960 h 5960"/>
              <a:gd name="p0x10" fmla="*/ 53 w 5544"/>
              <a:gd name="p0y10" fmla="*/ 5960 h 5960"/>
              <a:gd name="p0x11" fmla="*/ 0 w 5544"/>
              <a:gd name="p0y11" fmla="*/ 5907 h 5960"/>
              <a:gd name="p0x12" fmla="*/ 0 w 5544"/>
              <a:gd name="p0y12" fmla="*/ 5840 h 5960"/>
              <a:gd name="p0x13" fmla="*/ 0 w 5544"/>
              <a:gd name="p0y13" fmla="*/ 120 h 5960"/>
              <a:gd name="p0x14" fmla="*/ 0 w 5544"/>
              <a:gd name="p0y14" fmla="*/ 53 h 5960"/>
              <a:gd name="p0x15" fmla="*/ 53 w 5544"/>
              <a:gd name="p0y15" fmla="*/ 0 h 5960"/>
              <a:gd name="p0x16" fmla="*/ 120 w 5544"/>
              <a:gd name="p0y16" fmla="*/ 0 h 5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8289290" y="2882265"/>
            <a:ext cx="3130550" cy="466090"/>
            <a:chOff x="13054" y="4539"/>
            <a:chExt cx="4930" cy="734"/>
          </a:xfrm>
        </p:grpSpPr>
        <p:sp>
          <p:nvSpPr>
            <p:cNvPr id="39" name="任意多边形 38"/>
            <p:cNvSpPr/>
            <p:nvPr>
              <p:custDataLst>
                <p:tags r:id="rId34"/>
              </p:custDataLst>
            </p:nvPr>
          </p:nvSpPr>
          <p:spPr>
            <a:xfrm>
              <a:off x="13054" y="4539"/>
              <a:ext cx="4930" cy="735"/>
            </a:xfrm>
            <a:custGeom>
              <a:avLst/>
              <a:gdLst>
                <a:gd name="sw" fmla="*/ 1 w 4929"/>
                <a:gd name="sh" fmla="*/ 1 h 735"/>
                <a:gd name="mins" fmla="min sw sh"/>
                <a:gd name="dsw" fmla="+- 0 sw mins"/>
                <a:gd name="dsh" fmla="+- 0 sh mins"/>
                <a:gd name="p0x0" fmla="*/ 0 w 4929"/>
                <a:gd name="p0y0" fmla="*/ 0 h 735"/>
                <a:gd name="p0x1" fmla="*/ 4929 w 4929"/>
                <a:gd name="p0y1" fmla="*/ 0 h 735"/>
                <a:gd name="p0x2" fmla="*/ 4929 w 4929"/>
                <a:gd name="p0y2" fmla="*/ 735 h 735"/>
                <a:gd name="p0x3" fmla="*/ 0 w 4929"/>
                <a:gd name="p0y3" fmla="*/ 735 h 735"/>
                <a:gd name="p0x4" fmla="*/ 0 w 492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5"/>
              </p:custDataLst>
            </p:nvPr>
          </p:nvSpPr>
          <p:spPr>
            <a:xfrm>
              <a:off x="13054" y="5259"/>
              <a:ext cx="4930" cy="15"/>
            </a:xfrm>
            <a:custGeom>
              <a:avLst/>
              <a:gdLst>
                <a:gd name="sw" fmla="*/ 1 w 4929"/>
                <a:gd name="sh" fmla="*/ 1 h 15"/>
                <a:gd name="mins" fmla="min sw sh"/>
                <a:gd name="dsw" fmla="+- 0 sw mins"/>
                <a:gd name="dsh" fmla="+- 0 sh mins"/>
                <a:gd name="p0x0" fmla="*/ 4929 w 4929"/>
                <a:gd name="p0y0" fmla="*/ 15 h 15"/>
                <a:gd name="p0x1" fmla="*/ 0 w 4929"/>
                <a:gd name="p0y1" fmla="*/ 15 h 15"/>
                <a:gd name="p0x2" fmla="*/ 0 w 4929"/>
                <a:gd name="p0y2" fmla="*/ 0 h 15"/>
                <a:gd name="p0x3" fmla="*/ 4929 w 4929"/>
                <a:gd name="p0y3" fmla="*/ 0 h 15"/>
                <a:gd name="p0x4" fmla="*/ 4929 w 492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任意多边形 41"/>
          <p:cNvSpPr/>
          <p:nvPr>
            <p:custDataLst>
              <p:tags r:id="rId36"/>
            </p:custDataLst>
          </p:nvPr>
        </p:nvSpPr>
        <p:spPr>
          <a:xfrm>
            <a:off x="8289290" y="2882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 descr="0754b970-c2fc-11f1-b688-62eea35f5e93"/>
          <p:cNvPicPr/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278" t="-9" r="278" b="9"/>
          <a:stretch>
            <a:fillRect/>
          </a:stretch>
        </p:blipFill>
        <p:spPr>
          <a:xfrm>
            <a:off x="8355965" y="2948940"/>
            <a:ext cx="209550" cy="20955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40"/>
            </p:custDataLst>
          </p:nvPr>
        </p:nvSpPr>
        <p:spPr>
          <a:xfrm>
            <a:off x="8747074" y="2870854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1"/>
            </p:custDataLst>
          </p:nvPr>
        </p:nvSpPr>
        <p:spPr>
          <a:xfrm>
            <a:off x="8289290" y="43364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2"/>
            </p:custDataLst>
          </p:nvPr>
        </p:nvSpPr>
        <p:spPr>
          <a:xfrm>
            <a:off x="8423224" y="4217641"/>
            <a:ext cx="28575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国内首个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集超轻、高强韧、高电磁屏蔽性于一体的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多功能镁锂基复合材料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43"/>
            </p:custDataLst>
          </p:nvPr>
        </p:nvSpPr>
        <p:spPr>
          <a:xfrm>
            <a:off x="8294370" y="60337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4"/>
            </p:custDataLst>
          </p:nvPr>
        </p:nvSpPr>
        <p:spPr>
          <a:xfrm>
            <a:off x="8413699" y="60683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200">
                <a:solidFill>
                  <a:srgbClr val="A8C4FF"/>
                </a:solidFill>
                <a:latin typeface="微软雅黑" panose="020B0503020204020204" charset="-122"/>
                <a:ea typeface="微软雅黑" panose="020B0503020204020204" charset="-122"/>
              </a:rPr>
              <a:t>国内首个</a:t>
            </a:r>
            <a:endParaRPr sz="1200">
              <a:solidFill>
                <a:srgbClr val="A8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灵感破题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6000" y="43541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灵感藏在生活的细节里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一个弹球小游戏，打开电磁屏蔽新思路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航空设备的电磁干扰之困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pic>
        <p:nvPicPr>
          <p:cNvPr id="4" name="图片 3" descr="07580dda-c2fc-11f1-b04d-36608a3e704b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7" r="25"/>
          <a:stretch>
            <a:fillRect/>
          </a:stretch>
        </p:blipFill>
        <p:spPr>
          <a:xfrm>
            <a:off x="571500" y="1104900"/>
            <a:ext cx="7007860" cy="53721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036" h="8460">
                <a:moveTo>
                  <a:pt x="0" y="0"/>
                </a:moveTo>
                <a:lnTo>
                  <a:pt x="11036" y="0"/>
                </a:lnTo>
                <a:lnTo>
                  <a:pt x="11036" y="8460"/>
                </a:lnTo>
                <a:lnTo>
                  <a:pt x="0" y="84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7851140" y="1109345"/>
            <a:ext cx="3764280" cy="5362575"/>
          </a:xfrm>
          <a:custGeom>
            <a:avLst/>
            <a:gdLst>
              <a:gd name="sw" fmla="*/ 1 w 5927"/>
              <a:gd name="sh" fmla="*/ 1 h 8445"/>
              <a:gd name="mins" fmla="min sw sh"/>
              <a:gd name="dsw" fmla="+- 0 sw mins"/>
              <a:gd name="dsh" fmla="+- 0 sh mins"/>
              <a:gd name="p0x0" fmla="*/ 60 w 5927"/>
              <a:gd name="p0y0" fmla="*/ 0 h 8445"/>
              <a:gd name="p0x1" fmla="*/ 5867 w 5927"/>
              <a:gd name="p0y1" fmla="*/ 0 h 8445"/>
              <a:gd name="p0x2" fmla="*/ 5901 w 5927"/>
              <a:gd name="p0y2" fmla="*/ 0 h 8445"/>
              <a:gd name="p0x3" fmla="*/ 5927 w 5927"/>
              <a:gd name="p0y3" fmla="*/ 26 h 8445"/>
              <a:gd name="p0x4" fmla="*/ 5927 w 5927"/>
              <a:gd name="p0y4" fmla="*/ 60 h 8445"/>
              <a:gd name="p0x5" fmla="*/ 5927 w 5927"/>
              <a:gd name="p0y5" fmla="*/ 8385 h 8445"/>
              <a:gd name="p0x6" fmla="*/ 5927 w 5927"/>
              <a:gd name="p0y6" fmla="*/ 8418 h 8445"/>
              <a:gd name="p0x7" fmla="*/ 5901 w 5927"/>
              <a:gd name="p0y7" fmla="*/ 8445 h 8445"/>
              <a:gd name="p0x8" fmla="*/ 5867 w 5927"/>
              <a:gd name="p0y8" fmla="*/ 8445 h 8445"/>
              <a:gd name="p0x9" fmla="*/ 60 w 5927"/>
              <a:gd name="p0y9" fmla="*/ 8445 h 8445"/>
              <a:gd name="p0x10" fmla="*/ 26 w 5927"/>
              <a:gd name="p0y10" fmla="*/ 8445 h 8445"/>
              <a:gd name="p0x11" fmla="*/ 0 w 5927"/>
              <a:gd name="p0y11" fmla="*/ 8418 h 8445"/>
              <a:gd name="p0x12" fmla="*/ 0 w 5927"/>
              <a:gd name="p0y12" fmla="*/ 8385 h 8445"/>
              <a:gd name="p0x13" fmla="*/ 0 w 5927"/>
              <a:gd name="p0y13" fmla="*/ 60 h 8445"/>
              <a:gd name="p0x14" fmla="*/ 0 w 5927"/>
              <a:gd name="p0y14" fmla="*/ 26 h 8445"/>
              <a:gd name="p0x15" fmla="*/ 26 w 5927"/>
              <a:gd name="p0y15" fmla="*/ 0 h 8445"/>
              <a:gd name="p0x16" fmla="*/ 60 w 592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8046692" y="1288732"/>
            <a:ext cx="337370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电磁屏蔽的困局与破局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8046085" y="175260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8089773" y="1812608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8114852" y="2200275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用途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8580092" y="1738313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电磁屏蔽用途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580092" y="2001526"/>
            <a:ext cx="2840307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解决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电磁泄漏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电磁干扰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，在信息安全、航空航天、民用设备领域都是研发重点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8046085" y="291211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8089773" y="2972276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8114852" y="3359944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危害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8580092" y="3008262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电磁波危害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8580092" y="3283534"/>
            <a:ext cx="282900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外层空间复杂电磁波环境会造成设备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精度下降、错误操作乃至系统崩溃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8046085" y="4071620"/>
            <a:ext cx="419100" cy="104521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8089773" y="4131945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114852" y="4519613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8580092" y="4057650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传统材料痛点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8580092" y="4320864"/>
            <a:ext cx="2743352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常用金属基屏蔽材料以铁、银、镍、铜、铝为代表，屏蔽性能优异但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重量不够轻、加工性差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>
            <p:custDataLst>
              <p:tags r:id="rId21"/>
            </p:custDataLst>
          </p:nvPr>
        </p:nvSpPr>
        <p:spPr>
          <a:xfrm>
            <a:off x="8046085" y="5231130"/>
            <a:ext cx="419100" cy="104584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8089773" y="5291614"/>
            <a:ext cx="59955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1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8114852" y="5679281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方向</a:t>
            </a:r>
            <a:endParaRPr sz="1050" spc="63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8580092" y="5217319"/>
            <a:ext cx="28403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镁锂合金方向</a:t>
            </a:r>
            <a:endParaRPr sz="150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8580092" y="5480533"/>
            <a:ext cx="2840307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世界上最轻的金属结构材料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，是理想选材，但工程应用需协同提高功能、结构、工艺三方面性能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弹球游戏撞开新思路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如果在材料内部设置一道道墙壁，电磁波就会在反复反射中不断损耗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1447800"/>
            <a:ext cx="11049000" cy="877570"/>
          </a:xfrm>
          <a:custGeom>
            <a:avLst/>
            <a:gdLst>
              <a:gd name="sw" fmla="*/ 1 w 17400"/>
              <a:gd name="sh" fmla="*/ 1 h 1382"/>
              <a:gd name="mins" fmla="min sw sh"/>
              <a:gd name="dsw" fmla="+- 0 sw mins"/>
              <a:gd name="dsh" fmla="+- 0 sh mins"/>
              <a:gd name="p0x0" fmla="*/ 60 w 17400"/>
              <a:gd name="p0y0" fmla="*/ 0 h 1382"/>
              <a:gd name="p0x1" fmla="*/ 17340 w 17400"/>
              <a:gd name="p0y1" fmla="*/ 0 h 1382"/>
              <a:gd name="p0x2" fmla="*/ 17373 w 17400"/>
              <a:gd name="p0y2" fmla="*/ 0 h 1382"/>
              <a:gd name="p0x3" fmla="*/ 17400 w 17400"/>
              <a:gd name="p0y3" fmla="*/ 26 h 1382"/>
              <a:gd name="p0x4" fmla="*/ 17400 w 17400"/>
              <a:gd name="p0y4" fmla="*/ 60 h 1382"/>
              <a:gd name="p0x5" fmla="*/ 17400 w 17400"/>
              <a:gd name="p0y5" fmla="*/ 1322 h 1382"/>
              <a:gd name="p0x6" fmla="*/ 17400 w 17400"/>
              <a:gd name="p0y6" fmla="*/ 1355 h 1382"/>
              <a:gd name="p0x7" fmla="*/ 17373 w 17400"/>
              <a:gd name="p0y7" fmla="*/ 1382 h 1382"/>
              <a:gd name="p0x8" fmla="*/ 17340 w 17400"/>
              <a:gd name="p0y8" fmla="*/ 1382 h 1382"/>
              <a:gd name="p0x9" fmla="*/ 60 w 17400"/>
              <a:gd name="p0y9" fmla="*/ 1382 h 1382"/>
              <a:gd name="p0x10" fmla="*/ 26 w 17400"/>
              <a:gd name="p0y10" fmla="*/ 1382 h 1382"/>
              <a:gd name="p0x11" fmla="*/ 0 w 17400"/>
              <a:gd name="p0y11" fmla="*/ 1355 h 1382"/>
              <a:gd name="p0x12" fmla="*/ 0 w 17400"/>
              <a:gd name="p0y12" fmla="*/ 1322 h 1382"/>
              <a:gd name="p0x13" fmla="*/ 0 w 17400"/>
              <a:gd name="p0y13" fmla="*/ 60 h 1382"/>
              <a:gd name="p0x14" fmla="*/ 0 w 17400"/>
              <a:gd name="p0y14" fmla="*/ 26 h 1382"/>
              <a:gd name="p0x15" fmla="*/ 26 w 17400"/>
              <a:gd name="p0y15" fmla="*/ 0 h 1382"/>
              <a:gd name="p0x16" fmla="*/ 60 w 17400"/>
              <a:gd name="p0y16" fmla="*/ 0 h 1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1728578"/>
            <a:ext cx="7086753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灵感来自游戏，原理归于物理</a:t>
            </a:r>
            <a:r>
              <a:rPr lang="en-US" altLang="zh-CN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让电磁波在</a:t>
            </a:r>
            <a:r>
              <a:rPr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反复反射中自然消减</a:t>
            </a:r>
            <a:endParaRPr b="1">
              <a:solidFill>
                <a:srgbClr val="55D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120 w 8505"/>
              <a:gd name="p0y0" fmla="*/ 0 h 6162"/>
              <a:gd name="p0x1" fmla="*/ 8385 w 8505"/>
              <a:gd name="p0y1" fmla="*/ 0 h 6162"/>
              <a:gd name="p0x2" fmla="*/ 8451 w 8505"/>
              <a:gd name="p0y2" fmla="*/ 0 h 6162"/>
              <a:gd name="p0x3" fmla="*/ 8505 w 8505"/>
              <a:gd name="p0y3" fmla="*/ 53 h 6162"/>
              <a:gd name="p0x4" fmla="*/ 8505 w 8505"/>
              <a:gd name="p0y4" fmla="*/ 120 h 6162"/>
              <a:gd name="p0x5" fmla="*/ 8505 w 8505"/>
              <a:gd name="p0y5" fmla="*/ 6042 h 6162"/>
              <a:gd name="p0x6" fmla="*/ 8505 w 8505"/>
              <a:gd name="p0y6" fmla="*/ 6108 h 6162"/>
              <a:gd name="p0x7" fmla="*/ 8451 w 8505"/>
              <a:gd name="p0y7" fmla="*/ 6162 h 6162"/>
              <a:gd name="p0x8" fmla="*/ 8385 w 8505"/>
              <a:gd name="p0y8" fmla="*/ 6162 h 6162"/>
              <a:gd name="p0x9" fmla="*/ 120 w 8505"/>
              <a:gd name="p0y9" fmla="*/ 6162 h 6162"/>
              <a:gd name="p0x10" fmla="*/ 53 w 8505"/>
              <a:gd name="p0y10" fmla="*/ 6162 h 6162"/>
              <a:gd name="p0x11" fmla="*/ 0 w 8505"/>
              <a:gd name="p0y11" fmla="*/ 6108 h 6162"/>
              <a:gd name="p0x12" fmla="*/ 0 w 8505"/>
              <a:gd name="p0y12" fmla="*/ 6042 h 6162"/>
              <a:gd name="p0x13" fmla="*/ 0 w 8505"/>
              <a:gd name="p0y13" fmla="*/ 120 h 6162"/>
              <a:gd name="p0x14" fmla="*/ 0 w 8505"/>
              <a:gd name="p0y14" fmla="*/ 53 h 6162"/>
              <a:gd name="p0x15" fmla="*/ 53 w 8505"/>
              <a:gd name="p0y15" fmla="*/ 0 h 6162"/>
              <a:gd name="p0x16" fmla="*/ 12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695325" y="2677795"/>
            <a:ext cx="950595" cy="276225"/>
          </a:xfrm>
          <a:custGeom>
            <a:avLst/>
            <a:gdLst>
              <a:gd name="sw" fmla="*/ 1 w 1497"/>
              <a:gd name="sh" fmla="*/ 1 h 435"/>
              <a:gd name="mins" fmla="min sw sh"/>
              <a:gd name="dsw" fmla="+- 0 sw mins"/>
              <a:gd name="dsh" fmla="+- 0 sh mins"/>
              <a:gd name="p0x0" fmla="*/ 217 w 1497"/>
              <a:gd name="p0y0" fmla="*/ 0 h 435"/>
              <a:gd name="p0x1" fmla="*/ 1280 w 1497"/>
              <a:gd name="p0y1" fmla="*/ 0 h 435"/>
              <a:gd name="p0x2" fmla="*/ 1400 w 1497"/>
              <a:gd name="p0y2" fmla="*/ 0 h 435"/>
              <a:gd name="p0x3" fmla="*/ 1497 w 1497"/>
              <a:gd name="p0y3" fmla="*/ 97 h 435"/>
              <a:gd name="p0x4" fmla="*/ 1497 w 1497"/>
              <a:gd name="p0y4" fmla="*/ 217 h 435"/>
              <a:gd name="p0x5" fmla="*/ 1497 w 1497"/>
              <a:gd name="p0y5" fmla="*/ 337 h 435"/>
              <a:gd name="p0x6" fmla="*/ 1400 w 1497"/>
              <a:gd name="p0y6" fmla="*/ 435 h 435"/>
              <a:gd name="p0x7" fmla="*/ 1280 w 1497"/>
              <a:gd name="p0y7" fmla="*/ 435 h 435"/>
              <a:gd name="p0x8" fmla="*/ 217 w 1497"/>
              <a:gd name="p0y8" fmla="*/ 435 h 435"/>
              <a:gd name="p0x9" fmla="*/ 97 w 1497"/>
              <a:gd name="p0y9" fmla="*/ 435 h 435"/>
              <a:gd name="p0x10" fmla="*/ 0 w 1497"/>
              <a:gd name="p0y10" fmla="*/ 337 h 435"/>
              <a:gd name="p0x11" fmla="*/ 0 w 1497"/>
              <a:gd name="p0y11" fmla="*/ 217 h 435"/>
              <a:gd name="p0x12" fmla="*/ 0 w 1497"/>
              <a:gd name="p0y12" fmla="*/ 97 h 435"/>
              <a:gd name="p0x13" fmla="*/ 97 w 1497"/>
              <a:gd name="p0y13" fmla="*/ 0 h 435"/>
              <a:gd name="p0x14" fmla="*/ 217 w 149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47725" y="2716111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95325" y="3014243"/>
            <a:ext cx="51625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695325" y="3439795"/>
            <a:ext cx="51625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695325" y="3870960"/>
            <a:ext cx="5162550" cy="600075"/>
          </a:xfrm>
          <a:custGeom>
            <a:avLst/>
            <a:gdLst>
              <a:gd name="sw" fmla="*/ 1 w 8130"/>
              <a:gd name="sh" fmla="*/ 1 h 945"/>
              <a:gd name="mins" fmla="min sw sh"/>
              <a:gd name="dsw" fmla="+- 0 sw mins"/>
              <a:gd name="dsh" fmla="+- 0 sh mins"/>
              <a:gd name="p0x0" fmla="*/ 60 w 8130"/>
              <a:gd name="p0y0" fmla="*/ 0 h 945"/>
              <a:gd name="p0x1" fmla="*/ 8070 w 8130"/>
              <a:gd name="p0y1" fmla="*/ 0 h 945"/>
              <a:gd name="p0x2" fmla="*/ 8103 w 8130"/>
              <a:gd name="p0y2" fmla="*/ 0 h 945"/>
              <a:gd name="p0x3" fmla="*/ 8130 w 8130"/>
              <a:gd name="p0y3" fmla="*/ 26 h 945"/>
              <a:gd name="p0x4" fmla="*/ 8130 w 8130"/>
              <a:gd name="p0y4" fmla="*/ 60 h 945"/>
              <a:gd name="p0x5" fmla="*/ 8130 w 8130"/>
              <a:gd name="p0y5" fmla="*/ 885 h 945"/>
              <a:gd name="p0x6" fmla="*/ 8130 w 8130"/>
              <a:gd name="p0y6" fmla="*/ 918 h 945"/>
              <a:gd name="p0x7" fmla="*/ 8103 w 8130"/>
              <a:gd name="p0y7" fmla="*/ 945 h 945"/>
              <a:gd name="p0x8" fmla="*/ 8070 w 8130"/>
              <a:gd name="p0y8" fmla="*/ 945 h 945"/>
              <a:gd name="p0x9" fmla="*/ 60 w 8130"/>
              <a:gd name="p0y9" fmla="*/ 945 h 945"/>
              <a:gd name="p0x10" fmla="*/ 26 w 8130"/>
              <a:gd name="p0y10" fmla="*/ 945 h 945"/>
              <a:gd name="p0x11" fmla="*/ 0 w 8130"/>
              <a:gd name="p0y11" fmla="*/ 918 h 945"/>
              <a:gd name="p0x12" fmla="*/ 0 w 8130"/>
              <a:gd name="p0y12" fmla="*/ 885 h 945"/>
              <a:gd name="p0x13" fmla="*/ 0 w 8130"/>
              <a:gd name="p0y13" fmla="*/ 60 h 945"/>
              <a:gd name="p0x14" fmla="*/ 0 w 8130"/>
              <a:gd name="p0y14" fmla="*/ 26 h 945"/>
              <a:gd name="p0x15" fmla="*/ 26 w 8130"/>
              <a:gd name="p0y15" fmla="*/ 0 h 945"/>
              <a:gd name="p0x16" fmla="*/ 60 w 8130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847725" y="40138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940435" y="4076065"/>
            <a:ext cx="156845" cy="2139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1304925" y="3971325"/>
            <a:ext cx="44005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团队负责人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郭政佑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从微信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弹球小游戏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中获得灵感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695325" y="4930775"/>
            <a:ext cx="5162550" cy="600075"/>
          </a:xfrm>
          <a:custGeom>
            <a:avLst/>
            <a:gdLst>
              <a:gd name="sw" fmla="*/ 1 w 8130"/>
              <a:gd name="sh" fmla="*/ 1 h 945"/>
              <a:gd name="mins" fmla="min sw sh"/>
              <a:gd name="dsw" fmla="+- 0 sw mins"/>
              <a:gd name="dsh" fmla="+- 0 sh mins"/>
              <a:gd name="p0x0" fmla="*/ 60 w 8130"/>
              <a:gd name="p0y0" fmla="*/ 0 h 945"/>
              <a:gd name="p0x1" fmla="*/ 8070 w 8130"/>
              <a:gd name="p0y1" fmla="*/ 0 h 945"/>
              <a:gd name="p0x2" fmla="*/ 8103 w 8130"/>
              <a:gd name="p0y2" fmla="*/ 0 h 945"/>
              <a:gd name="p0x3" fmla="*/ 8130 w 8130"/>
              <a:gd name="p0y3" fmla="*/ 26 h 945"/>
              <a:gd name="p0x4" fmla="*/ 8130 w 8130"/>
              <a:gd name="p0y4" fmla="*/ 60 h 945"/>
              <a:gd name="p0x5" fmla="*/ 8130 w 8130"/>
              <a:gd name="p0y5" fmla="*/ 885 h 945"/>
              <a:gd name="p0x6" fmla="*/ 8130 w 8130"/>
              <a:gd name="p0y6" fmla="*/ 918 h 945"/>
              <a:gd name="p0x7" fmla="*/ 8103 w 8130"/>
              <a:gd name="p0y7" fmla="*/ 945 h 945"/>
              <a:gd name="p0x8" fmla="*/ 8070 w 8130"/>
              <a:gd name="p0y8" fmla="*/ 945 h 945"/>
              <a:gd name="p0x9" fmla="*/ 60 w 8130"/>
              <a:gd name="p0y9" fmla="*/ 945 h 945"/>
              <a:gd name="p0x10" fmla="*/ 26 w 8130"/>
              <a:gd name="p0y10" fmla="*/ 945 h 945"/>
              <a:gd name="p0x11" fmla="*/ 0 w 8130"/>
              <a:gd name="p0y11" fmla="*/ 918 h 945"/>
              <a:gd name="p0x12" fmla="*/ 0 w 8130"/>
              <a:gd name="p0y12" fmla="*/ 885 h 945"/>
              <a:gd name="p0x13" fmla="*/ 0 w 8130"/>
              <a:gd name="p0y13" fmla="*/ 60 h 945"/>
              <a:gd name="p0x14" fmla="*/ 0 w 8130"/>
              <a:gd name="p0y14" fmla="*/ 26 h 945"/>
              <a:gd name="p0x15" fmla="*/ 26 w 8130"/>
              <a:gd name="p0y15" fmla="*/ 0 h 945"/>
              <a:gd name="p0x16" fmla="*/ 60 w 8130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847725" y="50736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949" t="-20208" r="-2949" b="-20208"/>
          <a:stretch>
            <a:fillRect/>
          </a:stretch>
        </p:blipFill>
        <p:spPr>
          <a:xfrm>
            <a:off x="887730" y="5135880"/>
            <a:ext cx="262255" cy="21399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1304925" y="5031286"/>
            <a:ext cx="44005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弹球在墙壁间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反复碰撞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会不断消耗能量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95325" y="5953125"/>
            <a:ext cx="5162550" cy="400050"/>
            <a:chOff x="1095" y="9375"/>
            <a:chExt cx="8130" cy="630"/>
          </a:xfrm>
        </p:grpSpPr>
        <p:sp>
          <p:nvSpPr>
            <p:cNvPr id="22" name="任意多边形 21"/>
            <p:cNvSpPr/>
            <p:nvPr>
              <p:custDataLst>
                <p:tags r:id="rId22"/>
              </p:custDataLst>
            </p:nvPr>
          </p:nvSpPr>
          <p:spPr>
            <a:xfrm>
              <a:off x="1095" y="9375"/>
              <a:ext cx="8130" cy="630"/>
            </a:xfrm>
            <a:custGeom>
              <a:avLst/>
              <a:gdLst>
                <a:gd name="sw" fmla="*/ 1 w 8130"/>
                <a:gd name="sh" fmla="*/ 1 h 630"/>
                <a:gd name="mins" fmla="min sw sh"/>
                <a:gd name="dsw" fmla="+- 0 sw mins"/>
                <a:gd name="dsh" fmla="+- 0 sh mins"/>
                <a:gd name="p0x0" fmla="*/ 0 w 8130"/>
                <a:gd name="p0y0" fmla="*/ 0 h 630"/>
                <a:gd name="p0x1" fmla="*/ 8130 w 8130"/>
                <a:gd name="p0y1" fmla="*/ 0 h 630"/>
                <a:gd name="p0x2" fmla="*/ 8130 w 8130"/>
                <a:gd name="p0y2" fmla="*/ 630 h 630"/>
                <a:gd name="p0x3" fmla="*/ 0 w 8130"/>
                <a:gd name="p0y3" fmla="*/ 630 h 630"/>
                <a:gd name="p0x4" fmla="*/ 0 w 8130"/>
                <a:gd name="p0y4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3"/>
              </p:custDataLst>
            </p:nvPr>
          </p:nvSpPr>
          <p:spPr>
            <a:xfrm>
              <a:off x="1095" y="9375"/>
              <a:ext cx="8130" cy="15"/>
            </a:xfrm>
            <a:custGeom>
              <a:avLst/>
              <a:gdLst>
                <a:gd name="sw" fmla="*/ 1 w 8130"/>
                <a:gd name="sh" fmla="*/ 1 h 15"/>
                <a:gd name="mins" fmla="min sw sh"/>
                <a:gd name="dsw" fmla="+- 0 sw mins"/>
                <a:gd name="dsh" fmla="+- 0 sh mins"/>
                <a:gd name="p0x0" fmla="*/ 0 w 8130"/>
                <a:gd name="p0y0" fmla="*/ 0 h 15"/>
                <a:gd name="p0x1" fmla="*/ 8130 w 8130"/>
                <a:gd name="p0y1" fmla="*/ 0 h 15"/>
                <a:gd name="p0x2" fmla="*/ 8130 w 8130"/>
                <a:gd name="p0y2" fmla="*/ 15 h 15"/>
                <a:gd name="p0x3" fmla="*/ 0 w 8130"/>
                <a:gd name="p0y3" fmla="*/ 15 h 15"/>
                <a:gd name="p0x4" fmla="*/ 0 w 813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695325" y="6115050"/>
            <a:ext cx="16231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生活现象</a:t>
            </a:r>
            <a:r>
              <a:rPr lang="en-US" altLang="zh-CN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科学启发</a:t>
            </a:r>
            <a:endParaRPr lang="zh-CN" altLang="en-US" sz="1200">
              <a:solidFill>
                <a:schemeClr val="tx2">
                  <a:lumMod val="6961"/>
                  <a:lumOff val="93039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5019040" y="6076950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4C48A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5133899" y="61150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9FF0C8"/>
                </a:solidFill>
                <a:latin typeface="微软雅黑" panose="020B0503020204020204" charset="-122"/>
                <a:ea typeface="微软雅黑" panose="020B0503020204020204" charset="-122"/>
              </a:rPr>
              <a:t>灵感来源</a:t>
            </a:r>
            <a:endParaRPr sz="1200" b="1">
              <a:solidFill>
                <a:srgbClr val="9FF0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7"/>
            </p:custDataLst>
          </p:nvPr>
        </p:nvSpPr>
        <p:spPr>
          <a:xfrm>
            <a:off x="6214745" y="2558415"/>
            <a:ext cx="5400675" cy="3913505"/>
          </a:xfrm>
          <a:custGeom>
            <a:avLst/>
            <a:gdLst>
              <a:gd name="sw" fmla="*/ 1 w 8505"/>
              <a:gd name="sh" fmla="*/ 1 h 6162"/>
              <a:gd name="mins" fmla="min sw sh"/>
              <a:gd name="dsw" fmla="+- 0 sw mins"/>
              <a:gd name="dsh" fmla="+- 0 sh mins"/>
              <a:gd name="p0x0" fmla="*/ 120 w 8505"/>
              <a:gd name="p0y0" fmla="*/ 0 h 6162"/>
              <a:gd name="p0x1" fmla="*/ 8385 w 8505"/>
              <a:gd name="p0y1" fmla="*/ 0 h 6162"/>
              <a:gd name="p0x2" fmla="*/ 8451 w 8505"/>
              <a:gd name="p0y2" fmla="*/ 0 h 6162"/>
              <a:gd name="p0x3" fmla="*/ 8505 w 8505"/>
              <a:gd name="p0y3" fmla="*/ 53 h 6162"/>
              <a:gd name="p0x4" fmla="*/ 8505 w 8505"/>
              <a:gd name="p0y4" fmla="*/ 120 h 6162"/>
              <a:gd name="p0x5" fmla="*/ 8505 w 8505"/>
              <a:gd name="p0y5" fmla="*/ 6042 h 6162"/>
              <a:gd name="p0x6" fmla="*/ 8505 w 8505"/>
              <a:gd name="p0y6" fmla="*/ 6108 h 6162"/>
              <a:gd name="p0x7" fmla="*/ 8451 w 8505"/>
              <a:gd name="p0y7" fmla="*/ 6162 h 6162"/>
              <a:gd name="p0x8" fmla="*/ 8385 w 8505"/>
              <a:gd name="p0y8" fmla="*/ 6162 h 6162"/>
              <a:gd name="p0x9" fmla="*/ 120 w 8505"/>
              <a:gd name="p0y9" fmla="*/ 6162 h 6162"/>
              <a:gd name="p0x10" fmla="*/ 53 w 8505"/>
              <a:gd name="p0y10" fmla="*/ 6162 h 6162"/>
              <a:gd name="p0x11" fmla="*/ 0 w 8505"/>
              <a:gd name="p0y11" fmla="*/ 6108 h 6162"/>
              <a:gd name="p0x12" fmla="*/ 0 w 8505"/>
              <a:gd name="p0y12" fmla="*/ 6042 h 6162"/>
              <a:gd name="p0x13" fmla="*/ 0 w 8505"/>
              <a:gd name="p0y13" fmla="*/ 120 h 6162"/>
              <a:gd name="p0x14" fmla="*/ 0 w 8505"/>
              <a:gd name="p0y14" fmla="*/ 53 h 6162"/>
              <a:gd name="p0x15" fmla="*/ 53 w 8505"/>
              <a:gd name="p0y15" fmla="*/ 0 h 6162"/>
              <a:gd name="p0x16" fmla="*/ 120 w 8505"/>
              <a:gd name="p0y16" fmla="*/ 0 h 6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6334125" y="2677795"/>
            <a:ext cx="950595" cy="276225"/>
          </a:xfrm>
          <a:custGeom>
            <a:avLst/>
            <a:gdLst>
              <a:gd name="sw" fmla="*/ 1 w 1497"/>
              <a:gd name="sh" fmla="*/ 1 h 435"/>
              <a:gd name="mins" fmla="min sw sh"/>
              <a:gd name="dsw" fmla="+- 0 sw mins"/>
              <a:gd name="dsh" fmla="+- 0 sh mins"/>
              <a:gd name="p0x0" fmla="*/ 217 w 1497"/>
              <a:gd name="p0y0" fmla="*/ 0 h 435"/>
              <a:gd name="p0x1" fmla="*/ 1280 w 1497"/>
              <a:gd name="p0y1" fmla="*/ 0 h 435"/>
              <a:gd name="p0x2" fmla="*/ 1400 w 1497"/>
              <a:gd name="p0y2" fmla="*/ 0 h 435"/>
              <a:gd name="p0x3" fmla="*/ 1497 w 1497"/>
              <a:gd name="p0y3" fmla="*/ 97 h 435"/>
              <a:gd name="p0x4" fmla="*/ 1497 w 1497"/>
              <a:gd name="p0y4" fmla="*/ 217 h 435"/>
              <a:gd name="p0x5" fmla="*/ 1497 w 1497"/>
              <a:gd name="p0y5" fmla="*/ 337 h 435"/>
              <a:gd name="p0x6" fmla="*/ 1400 w 1497"/>
              <a:gd name="p0y6" fmla="*/ 435 h 435"/>
              <a:gd name="p0x7" fmla="*/ 1280 w 1497"/>
              <a:gd name="p0y7" fmla="*/ 435 h 435"/>
              <a:gd name="p0x8" fmla="*/ 217 w 1497"/>
              <a:gd name="p0y8" fmla="*/ 435 h 435"/>
              <a:gd name="p0x9" fmla="*/ 97 w 1497"/>
              <a:gd name="p0y9" fmla="*/ 435 h 435"/>
              <a:gd name="p0x10" fmla="*/ 0 w 1497"/>
              <a:gd name="p0y10" fmla="*/ 337 h 435"/>
              <a:gd name="p0x11" fmla="*/ 0 w 1497"/>
              <a:gd name="p0y11" fmla="*/ 217 h 435"/>
              <a:gd name="p0x12" fmla="*/ 0 w 1497"/>
              <a:gd name="p0y12" fmla="*/ 97 h 435"/>
              <a:gd name="p0x13" fmla="*/ 97 w 1497"/>
              <a:gd name="p0y13" fmla="*/ 0 h 435"/>
              <a:gd name="p0x14" fmla="*/ 217 w 149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6486525" y="2716111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6334125" y="3014243"/>
            <a:ext cx="51625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>
            <p:custDataLst>
              <p:tags r:id="rId31"/>
            </p:custDataLst>
          </p:nvPr>
        </p:nvSpPr>
        <p:spPr>
          <a:xfrm>
            <a:off x="6334125" y="3439795"/>
            <a:ext cx="51625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6334125" y="3525520"/>
            <a:ext cx="5162550" cy="707390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3"/>
            </p:custDataLst>
          </p:nvPr>
        </p:nvSpPr>
        <p:spPr>
          <a:xfrm>
            <a:off x="6486525" y="36683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553200" y="3729990"/>
            <a:ext cx="209550" cy="2146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37"/>
            </p:custDataLst>
          </p:nvPr>
        </p:nvSpPr>
        <p:spPr>
          <a:xfrm>
            <a:off x="6943725" y="3625748"/>
            <a:ext cx="4400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类比到材料：在内部设置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多道平行界面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，增加电磁波反射次数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8"/>
            </p:custDataLst>
          </p:nvPr>
        </p:nvSpPr>
        <p:spPr>
          <a:xfrm>
            <a:off x="6334125" y="4347210"/>
            <a:ext cx="5162550" cy="707390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9"/>
            </p:custDataLst>
          </p:nvPr>
        </p:nvSpPr>
        <p:spPr>
          <a:xfrm>
            <a:off x="6486525" y="44900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6538595" y="4552315"/>
            <a:ext cx="238125" cy="213995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43"/>
            </p:custDataLst>
          </p:nvPr>
        </p:nvSpPr>
        <p:spPr>
          <a:xfrm>
            <a:off x="6943725" y="4447575"/>
            <a:ext cx="4381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结合传统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电磁反射损耗原理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，建立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多维平行界面电磁损耗计算模型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4"/>
            </p:custDataLst>
          </p:nvPr>
        </p:nvSpPr>
        <p:spPr>
          <a:xfrm>
            <a:off x="6334125" y="5168900"/>
            <a:ext cx="5162550" cy="708025"/>
          </a:xfrm>
          <a:custGeom>
            <a:avLst/>
            <a:gdLst>
              <a:gd name="sw" fmla="*/ 1 w 8130"/>
              <a:gd name="sh" fmla="*/ 1 h 1114"/>
              <a:gd name="mins" fmla="min sw sh"/>
              <a:gd name="dsw" fmla="+- 0 sw mins"/>
              <a:gd name="dsh" fmla="+- 0 sh mins"/>
              <a:gd name="p0x0" fmla="*/ 60 w 8130"/>
              <a:gd name="p0y0" fmla="*/ 0 h 1114"/>
              <a:gd name="p0x1" fmla="*/ 8070 w 8130"/>
              <a:gd name="p0y1" fmla="*/ 0 h 1114"/>
              <a:gd name="p0x2" fmla="*/ 8103 w 8130"/>
              <a:gd name="p0y2" fmla="*/ 0 h 1114"/>
              <a:gd name="p0x3" fmla="*/ 8130 w 8130"/>
              <a:gd name="p0y3" fmla="*/ 26 h 1114"/>
              <a:gd name="p0x4" fmla="*/ 8130 w 8130"/>
              <a:gd name="p0y4" fmla="*/ 60 h 1114"/>
              <a:gd name="p0x5" fmla="*/ 8130 w 8130"/>
              <a:gd name="p0y5" fmla="*/ 1054 h 1114"/>
              <a:gd name="p0x6" fmla="*/ 8130 w 8130"/>
              <a:gd name="p0y6" fmla="*/ 1087 h 1114"/>
              <a:gd name="p0x7" fmla="*/ 8103 w 8130"/>
              <a:gd name="p0y7" fmla="*/ 1114 h 1114"/>
              <a:gd name="p0x8" fmla="*/ 8070 w 8130"/>
              <a:gd name="p0y8" fmla="*/ 1114 h 1114"/>
              <a:gd name="p0x9" fmla="*/ 60 w 8130"/>
              <a:gd name="p0y9" fmla="*/ 1114 h 1114"/>
              <a:gd name="p0x10" fmla="*/ 26 w 8130"/>
              <a:gd name="p0y10" fmla="*/ 1114 h 1114"/>
              <a:gd name="p0x11" fmla="*/ 0 w 8130"/>
              <a:gd name="p0y11" fmla="*/ 1087 h 1114"/>
              <a:gd name="p0x12" fmla="*/ 0 w 8130"/>
              <a:gd name="p0y12" fmla="*/ 1054 h 1114"/>
              <a:gd name="p0x13" fmla="*/ 0 w 8130"/>
              <a:gd name="p0y13" fmla="*/ 60 h 1114"/>
              <a:gd name="p0x14" fmla="*/ 0 w 8130"/>
              <a:gd name="p0y14" fmla="*/ 26 h 1114"/>
              <a:gd name="p0x15" fmla="*/ 26 w 8130"/>
              <a:gd name="p0y15" fmla="*/ 0 h 1114"/>
              <a:gd name="p0x16" fmla="*/ 60 w 8130"/>
              <a:gd name="p0y16" fmla="*/ 0 h 11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45"/>
            </p:custDataLst>
          </p:nvPr>
        </p:nvSpPr>
        <p:spPr>
          <a:xfrm>
            <a:off x="6486525" y="53117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553200" y="5374005"/>
            <a:ext cx="209550" cy="213995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49"/>
            </p:custDataLst>
          </p:nvPr>
        </p:nvSpPr>
        <p:spPr>
          <a:xfrm>
            <a:off x="6943725" y="5269411"/>
            <a:ext cx="44005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成功计算出电磁波进入材料后的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反射路径与损耗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，从理论上证明设想的可行性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6334125" y="5953125"/>
            <a:ext cx="5162550" cy="400050"/>
            <a:chOff x="9975" y="9375"/>
            <a:chExt cx="8130" cy="630"/>
          </a:xfrm>
        </p:grpSpPr>
        <p:sp>
          <p:nvSpPr>
            <p:cNvPr id="48" name="任意多边形 47"/>
            <p:cNvSpPr/>
            <p:nvPr>
              <p:custDataLst>
                <p:tags r:id="rId50"/>
              </p:custDataLst>
            </p:nvPr>
          </p:nvSpPr>
          <p:spPr>
            <a:xfrm>
              <a:off x="9975" y="9375"/>
              <a:ext cx="8130" cy="630"/>
            </a:xfrm>
            <a:custGeom>
              <a:avLst/>
              <a:gdLst>
                <a:gd name="sw" fmla="*/ 1 w 8130"/>
                <a:gd name="sh" fmla="*/ 1 h 630"/>
                <a:gd name="mins" fmla="min sw sh"/>
                <a:gd name="dsw" fmla="+- 0 sw mins"/>
                <a:gd name="dsh" fmla="+- 0 sh mins"/>
                <a:gd name="p0x0" fmla="*/ 0 w 8130"/>
                <a:gd name="p0y0" fmla="*/ 0 h 630"/>
                <a:gd name="p0x1" fmla="*/ 8130 w 8130"/>
                <a:gd name="p0y1" fmla="*/ 0 h 630"/>
                <a:gd name="p0x2" fmla="*/ 8130 w 8130"/>
                <a:gd name="p0y2" fmla="*/ 630 h 630"/>
                <a:gd name="p0x3" fmla="*/ 0 w 8130"/>
                <a:gd name="p0y3" fmla="*/ 630 h 630"/>
                <a:gd name="p0x4" fmla="*/ 0 w 8130"/>
                <a:gd name="p0y4" fmla="*/ 0 h 6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51"/>
              </p:custDataLst>
            </p:nvPr>
          </p:nvSpPr>
          <p:spPr>
            <a:xfrm>
              <a:off x="9975" y="9375"/>
              <a:ext cx="8130" cy="15"/>
            </a:xfrm>
            <a:custGeom>
              <a:avLst/>
              <a:gdLst>
                <a:gd name="sw" fmla="*/ 1 w 8130"/>
                <a:gd name="sh" fmla="*/ 1 h 15"/>
                <a:gd name="mins" fmla="min sw sh"/>
                <a:gd name="dsw" fmla="+- 0 sw mins"/>
                <a:gd name="dsh" fmla="+- 0 sh mins"/>
                <a:gd name="p0x0" fmla="*/ 0 w 8130"/>
                <a:gd name="p0y0" fmla="*/ 0 h 15"/>
                <a:gd name="p0x1" fmla="*/ 8130 w 8130"/>
                <a:gd name="p0y1" fmla="*/ 0 h 15"/>
                <a:gd name="p0x2" fmla="*/ 8130 w 8130"/>
                <a:gd name="p0y2" fmla="*/ 15 h 15"/>
                <a:gd name="p0x3" fmla="*/ 0 w 8130"/>
                <a:gd name="p0y3" fmla="*/ 15 h 15"/>
                <a:gd name="p0x4" fmla="*/ 0 w 813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文本框 50"/>
          <p:cNvSpPr txBox="1"/>
          <p:nvPr>
            <p:custDataLst>
              <p:tags r:id="rId52"/>
            </p:custDataLst>
          </p:nvPr>
        </p:nvSpPr>
        <p:spPr>
          <a:xfrm>
            <a:off x="6334125" y="6115050"/>
            <a:ext cx="17755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理论建模</a:t>
            </a:r>
            <a:r>
              <a:rPr lang="en-US" altLang="zh-CN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可行性验证</a:t>
            </a:r>
            <a:endParaRPr lang="zh-CN" altLang="en-US" sz="1200">
              <a:solidFill>
                <a:schemeClr val="tx2">
                  <a:lumMod val="6961"/>
                  <a:lumOff val="93039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53"/>
            </p:custDataLst>
          </p:nvPr>
        </p:nvSpPr>
        <p:spPr>
          <a:xfrm>
            <a:off x="10657840" y="6076950"/>
            <a:ext cx="838200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4C48A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54"/>
            </p:custDataLst>
          </p:nvPr>
        </p:nvSpPr>
        <p:spPr>
          <a:xfrm>
            <a:off x="10772699" y="61150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9FF0C8"/>
                </a:solidFill>
                <a:latin typeface="微软雅黑" panose="020B0503020204020204" charset="-122"/>
                <a:ea typeface="微软雅黑" panose="020B0503020204020204" charset="-122"/>
              </a:rPr>
              <a:t>科学转化</a:t>
            </a:r>
            <a:endParaRPr sz="1200" b="1">
              <a:solidFill>
                <a:srgbClr val="9FF0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6851650" y="2141855"/>
            <a:ext cx="3818255" cy="226187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960" y="196850"/>
            <a:ext cx="5718810" cy="31699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" y="3550920"/>
            <a:ext cx="5718175" cy="31692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284720" y="2451100"/>
            <a:ext cx="2778760" cy="178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FFFF"/>
                </a:solidFill>
              </a:rPr>
              <a:t>在材料内部竖起一道道‘墙壁’，增加电磁波在‘墙壁’间的反射次数，让它的力量逐渐减弱，难以穿透材料。</a:t>
            </a:r>
            <a:endParaRPr lang="zh-CN" altLang="en-US" sz="2000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603490" y="1998345"/>
            <a:ext cx="2140585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603490" y="4552315"/>
            <a:ext cx="2140585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项目全貌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6000" y="43541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八人团队，三年探索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从学院课堂到国家需求的完整项目画像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基础信息一览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81025" y="1114425"/>
          <a:ext cx="11039473" cy="5362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014"/>
                <a:gridCol w="7948459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项目名称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御磁坚盾</a:t>
                      </a:r>
                      <a:r>
                        <a:rPr lang="en-US" altLang="zh-CN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——</a:t>
                      </a:r>
                      <a:r>
                        <a:rPr lang="zh-CN" altLang="en-US"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超轻高强韧镁锂基电磁屏蔽材料</a:t>
                      </a:r>
                      <a:endParaRPr lang="zh-CN" altLang="en-US"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参赛赛事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第十八届挑战杯课外学术科技作品竞赛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参赛赛道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主体赛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推报学院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材料科学与化学工程学院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团队规模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名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本科生（大四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、大三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指导教师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巫瑞智、张万顺、侯乐干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31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获奖等级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主体赛特等奖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60468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研究周期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探索约</a:t>
                      </a:r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三年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2022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至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2023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集中实验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762021" y="2222575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3A5E"/>
                </a:solidFill>
                <a:latin typeface="+mj-lt"/>
                <a:ea typeface="+mj-ea"/>
                <a:cs typeface="+mj-lt"/>
              </a:rPr>
              <a:t>项目</a:t>
            </a:r>
            <a:r>
              <a:rPr lang="zh-CN" sz="3000" b="1">
                <a:solidFill>
                  <a:srgbClr val="1A3A5E"/>
                </a:solidFill>
                <a:latin typeface="+mj-lt"/>
                <a:ea typeface="+mj-ea"/>
                <a:cs typeface="+mj-lt"/>
              </a:rPr>
              <a:t>内容</a:t>
            </a:r>
            <a:r>
              <a:rPr sz="3000" b="1">
                <a:solidFill>
                  <a:srgbClr val="1A3A5E"/>
                </a:solidFill>
                <a:latin typeface="+mj-lt"/>
                <a:ea typeface="+mj-ea"/>
                <a:cs typeface="+mj-lt"/>
              </a:rPr>
              <a:t>：面向国家需求</a:t>
            </a:r>
            <a:endParaRPr sz="3000" b="1">
              <a:solidFill>
                <a:srgbClr val="1A3A5E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A8A"/>
                </a:solidFill>
                <a:cs typeface="+mn-lt"/>
              </a:rPr>
              <a:t>超轻高强韧镁锂基电磁屏蔽材料，面向新质生产力应用需求</a:t>
            </a:r>
            <a:endParaRPr sz="1500">
              <a:solidFill>
                <a:srgbClr val="4D6A8A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4"/>
            </p:custDataLst>
          </p:nvPr>
        </p:nvSpPr>
        <p:spPr>
          <a:xfrm>
            <a:off x="762000" y="1457325"/>
            <a:ext cx="457200" cy="28575"/>
          </a:xfrm>
          <a:custGeom>
            <a:avLst/>
            <a:gdLst>
              <a:gd name="sw" fmla="*/ 1 w 720"/>
              <a:gd name="sh" fmla="*/ 1 h 45"/>
              <a:gd name="mins" fmla="min sw sh"/>
              <a:gd name="dsw" fmla="+- 0 sw mins"/>
              <a:gd name="dsh" fmla="+- 0 sh mins"/>
              <a:gd name="p0x0" fmla="*/ 22 w 720"/>
              <a:gd name="p0y0" fmla="*/ 0 h 45"/>
              <a:gd name="p0x1" fmla="*/ 697 w 720"/>
              <a:gd name="p0y1" fmla="*/ 0 h 45"/>
              <a:gd name="p0x2" fmla="*/ 709 w 720"/>
              <a:gd name="p0y2" fmla="*/ 0 h 45"/>
              <a:gd name="p0x3" fmla="*/ 720 w 720"/>
              <a:gd name="p0y3" fmla="*/ 10 h 45"/>
              <a:gd name="p0x4" fmla="*/ 720 w 720"/>
              <a:gd name="p0y4" fmla="*/ 22 h 45"/>
              <a:gd name="p0x5" fmla="*/ 720 w 720"/>
              <a:gd name="p0y5" fmla="*/ 34 h 45"/>
              <a:gd name="p0x6" fmla="*/ 709 w 720"/>
              <a:gd name="p0y6" fmla="*/ 45 h 45"/>
              <a:gd name="p0x7" fmla="*/ 697 w 720"/>
              <a:gd name="p0y7" fmla="*/ 45 h 45"/>
              <a:gd name="p0x8" fmla="*/ 22 w 720"/>
              <a:gd name="p0y8" fmla="*/ 45 h 45"/>
              <a:gd name="p0x9" fmla="*/ 10 w 720"/>
              <a:gd name="p0y9" fmla="*/ 45 h 45"/>
              <a:gd name="p0x10" fmla="*/ 0 w 720"/>
              <a:gd name="p0y10" fmla="*/ 34 h 45"/>
              <a:gd name="p0x11" fmla="*/ 0 w 720"/>
              <a:gd name="p0y11" fmla="*/ 22 h 45"/>
              <a:gd name="p0x12" fmla="*/ 0 w 720"/>
              <a:gd name="p0y12" fmla="*/ 10 h 45"/>
              <a:gd name="p0x13" fmla="*/ 10 w 720"/>
              <a:gd name="p0y13" fmla="*/ 0 h 45"/>
              <a:gd name="p0x14" fmla="*/ 22 w 72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5355"/>
              <a:lumOff val="84645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62021" y="1677110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 spc="8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项目名称</a:t>
            </a:r>
            <a:endParaRPr sz="2400" b="1" spc="8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2103120" y="1749425"/>
            <a:ext cx="9791700" cy="3644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400">
                <a:solidFill>
                  <a:schemeClr val="bg2">
                    <a:lumMod val="50000"/>
                    <a:lumOff val="50000"/>
                  </a:schemeClr>
                </a:solidFill>
                <a:cs typeface="+mn-lt"/>
              </a:rPr>
              <a:t>超轻高强韧镁锂基电磁屏蔽材料</a:t>
            </a:r>
            <a:endParaRPr sz="2400">
              <a:solidFill>
                <a:schemeClr val="bg2">
                  <a:lumMod val="50000"/>
                  <a:lumOff val="50000"/>
                </a:schemeClr>
              </a:solidFill>
              <a:cs typeface="+mn-lt"/>
            </a:endParaRPr>
          </a:p>
        </p:txBody>
      </p:sp>
      <p:sp>
        <p:nvSpPr>
          <p:cNvPr id="23" name="矩形 22"/>
          <p:cNvSpPr/>
          <p:nvPr>
            <p:custDataLst>
              <p:tags r:id="rId7"/>
            </p:custDataLst>
          </p:nvPr>
        </p:nvSpPr>
        <p:spPr>
          <a:xfrm>
            <a:off x="762000" y="2963545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8"/>
            </p:custDataLst>
          </p:nvPr>
        </p:nvSpPr>
        <p:spPr>
          <a:xfrm>
            <a:off x="762000" y="3179264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价值定位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1638300" y="3145927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在传统基础制造业基础上，面向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cs typeface="+mn-lt"/>
              </a:rPr>
              <a:t>工业互联网、新能源智能汽车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等新质生产力应用需求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6" name="矩形 25"/>
          <p:cNvSpPr/>
          <p:nvPr>
            <p:custDataLst>
              <p:tags r:id="rId10"/>
            </p:custDataLst>
          </p:nvPr>
        </p:nvSpPr>
        <p:spPr>
          <a:xfrm>
            <a:off x="762000" y="3822700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762000" y="4038305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核心功能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638300" y="4004967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bg2">
                    <a:lumMod val="50000"/>
                    <a:lumOff val="50000"/>
                  </a:schemeClr>
                </a:solidFill>
                <a:cs typeface="+mn-lt"/>
              </a:rPr>
              <a:t>为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cs typeface="+mn-lt"/>
              </a:rPr>
              <a:t>航空航天、雷达通信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等设备提供电磁屏蔽防护，同时提高材料强度和韧性、降低重量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762000" y="4681855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762000" y="4897336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应用场景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5"/>
            </p:custDataLst>
          </p:nvPr>
        </p:nvSpPr>
        <p:spPr>
          <a:xfrm>
            <a:off x="1638300" y="4863998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航空航天、雷达通信、信息安全、民生电子消费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32" name="矩形 31"/>
          <p:cNvSpPr/>
          <p:nvPr>
            <p:custDataLst>
              <p:tags r:id="rId16"/>
            </p:custDataLst>
          </p:nvPr>
        </p:nvSpPr>
        <p:spPr>
          <a:xfrm>
            <a:off x="762000" y="5541010"/>
            <a:ext cx="10668000" cy="9525"/>
          </a:xfrm>
          <a:prstGeom prst="rect">
            <a:avLst/>
          </a:prstGeom>
          <a:solidFill>
            <a:schemeClr val="bg2">
              <a:lumMod val="9426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17"/>
            </p:custDataLst>
          </p:nvPr>
        </p:nvSpPr>
        <p:spPr>
          <a:xfrm>
            <a:off x="762000" y="5756377"/>
            <a:ext cx="7239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8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产业化进展</a:t>
            </a:r>
            <a:endParaRPr sz="1350" b="1" spc="8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18"/>
            </p:custDataLst>
          </p:nvPr>
        </p:nvSpPr>
        <p:spPr>
          <a:xfrm>
            <a:off x="1638300" y="5723039"/>
            <a:ext cx="9791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在负责人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cs typeface="+mn-lt"/>
              </a:rPr>
              <a:t>郭政佑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牵头下达成代工合作协议，实现超薄箔材的</a:t>
            </a:r>
            <a:r>
              <a:rPr sz="1500" b="1">
                <a:solidFill>
                  <a:schemeClr val="bg2">
                    <a:lumMod val="50000"/>
                    <a:lumOff val="50000"/>
                  </a:schemeClr>
                </a:solidFill>
                <a:cs typeface="+mn-lt"/>
              </a:rPr>
              <a:t>产业化成形验证</a:t>
            </a: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，同多家企业开展密切合作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>
            <a:off x="7894320" y="1186180"/>
            <a:ext cx="3630295" cy="5362575"/>
          </a:xfrm>
          <a:custGeom>
            <a:avLst/>
            <a:gdLst>
              <a:gd name="sw" fmla="*/ 1 w 5927"/>
              <a:gd name="sh" fmla="*/ 1 h 8445"/>
              <a:gd name="mins" fmla="min sw sh"/>
              <a:gd name="dsw" fmla="+- 0 sw mins"/>
              <a:gd name="dsh" fmla="+- 0 sh mins"/>
              <a:gd name="p0x0" fmla="*/ 120 w 5927"/>
              <a:gd name="p0y0" fmla="*/ 0 h 8445"/>
              <a:gd name="p0x1" fmla="*/ 5807 w 5927"/>
              <a:gd name="p0y1" fmla="*/ 0 h 8445"/>
              <a:gd name="p0x2" fmla="*/ 5874 w 5927"/>
              <a:gd name="p0y2" fmla="*/ 0 h 8445"/>
              <a:gd name="p0x3" fmla="*/ 5927 w 5927"/>
              <a:gd name="p0y3" fmla="*/ 53 h 8445"/>
              <a:gd name="p0x4" fmla="*/ 5927 w 5927"/>
              <a:gd name="p0y4" fmla="*/ 120 h 8445"/>
              <a:gd name="p0x5" fmla="*/ 5927 w 5927"/>
              <a:gd name="p0y5" fmla="*/ 8325 h 8445"/>
              <a:gd name="p0x6" fmla="*/ 5927 w 5927"/>
              <a:gd name="p0y6" fmla="*/ 8391 h 8445"/>
              <a:gd name="p0x7" fmla="*/ 5874 w 5927"/>
              <a:gd name="p0y7" fmla="*/ 8445 h 8445"/>
              <a:gd name="p0x8" fmla="*/ 5807 w 5927"/>
              <a:gd name="p0y8" fmla="*/ 8445 h 8445"/>
              <a:gd name="p0x9" fmla="*/ 120 w 5927"/>
              <a:gd name="p0y9" fmla="*/ 8445 h 8445"/>
              <a:gd name="p0x10" fmla="*/ 53 w 5927"/>
              <a:gd name="p0y10" fmla="*/ 8445 h 8445"/>
              <a:gd name="p0x11" fmla="*/ 0 w 5927"/>
              <a:gd name="p0y11" fmla="*/ 8391 h 8445"/>
              <a:gd name="p0x12" fmla="*/ 0 w 5927"/>
              <a:gd name="p0y12" fmla="*/ 8325 h 8445"/>
              <a:gd name="p0x13" fmla="*/ 0 w 5927"/>
              <a:gd name="p0y13" fmla="*/ 120 h 8445"/>
              <a:gd name="p0x14" fmla="*/ 0 w 5927"/>
              <a:gd name="p0y14" fmla="*/ 53 h 8445"/>
              <a:gd name="p0x15" fmla="*/ 53 w 5927"/>
              <a:gd name="p0y15" fmla="*/ 0 h 8445"/>
              <a:gd name="p0x16" fmla="*/ 120 w 592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>
            <p:custDataLst>
              <p:tags r:id="rId2"/>
            </p:custDataLst>
          </p:nvPr>
        </p:nvSpPr>
        <p:spPr>
          <a:xfrm>
            <a:off x="9771380" y="3909695"/>
            <a:ext cx="1649095" cy="237871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"/>
            </p:custDataLst>
          </p:nvPr>
        </p:nvSpPr>
        <p:spPr>
          <a:xfrm>
            <a:off x="9954895" y="3924935"/>
            <a:ext cx="1465580" cy="10896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郭政佑、张弛、贾昊阳、李佳睿、刘锦洋、蒋筱钰、周子晴、刘奕彤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399415" y="356553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一支八人本科生团队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8046085" y="1304925"/>
            <a:ext cx="419100" cy="4191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07ab0845-c2fc-11f1-9845-2652e07debc3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45" r="245"/>
          <a:stretch>
            <a:fillRect/>
          </a:stretch>
        </p:blipFill>
        <p:spPr>
          <a:xfrm>
            <a:off x="8131810" y="1390650"/>
            <a:ext cx="247650" cy="24765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8580092" y="1356360"/>
            <a:ext cx="2840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团队负责人</a:t>
            </a:r>
            <a:r>
              <a:rPr b="1" spc="36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郭政佑</a:t>
            </a:r>
            <a:endParaRPr b="1" spc="36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8046085" y="1800225"/>
            <a:ext cx="3373755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046085" y="1907540"/>
            <a:ext cx="38100" cy="190500"/>
          </a:xfrm>
          <a:custGeom>
            <a:avLst/>
            <a:gdLst>
              <a:gd name="sw" fmla="*/ 1 w 60"/>
              <a:gd name="sh" fmla="*/ 1 h 300"/>
              <a:gd name="mins" fmla="min sw sh"/>
              <a:gd name="dsw" fmla="+- 0 sw mins"/>
              <a:gd name="dsh" fmla="+- 0 sh mins"/>
              <a:gd name="p0x0" fmla="*/ 30 w 60"/>
              <a:gd name="p0y0" fmla="*/ 0 h 300"/>
              <a:gd name="p0x1" fmla="*/ 46 w 60"/>
              <a:gd name="p0y1" fmla="*/ 0 h 300"/>
              <a:gd name="p0x2" fmla="*/ 60 w 60"/>
              <a:gd name="p0y2" fmla="*/ 13 h 300"/>
              <a:gd name="p0x3" fmla="*/ 60 w 60"/>
              <a:gd name="p0y3" fmla="*/ 30 h 300"/>
              <a:gd name="p0x4" fmla="*/ 60 w 60"/>
              <a:gd name="p0y4" fmla="*/ 270 h 300"/>
              <a:gd name="p0x5" fmla="*/ 60 w 60"/>
              <a:gd name="p0y5" fmla="*/ 286 h 300"/>
              <a:gd name="p0x6" fmla="*/ 46 w 60"/>
              <a:gd name="p0y6" fmla="*/ 300 h 300"/>
              <a:gd name="p0x7" fmla="*/ 30 w 60"/>
              <a:gd name="p0y7" fmla="*/ 300 h 300"/>
              <a:gd name="p0x8" fmla="*/ 13 w 60"/>
              <a:gd name="p0y8" fmla="*/ 300 h 300"/>
              <a:gd name="p0x9" fmla="*/ 0 w 60"/>
              <a:gd name="p0y9" fmla="*/ 286 h 300"/>
              <a:gd name="p0x10" fmla="*/ 0 w 60"/>
              <a:gd name="p0y10" fmla="*/ 270 h 300"/>
              <a:gd name="p0x11" fmla="*/ 0 w 60"/>
              <a:gd name="p0y11" fmla="*/ 30 h 300"/>
              <a:gd name="p0x12" fmla="*/ 0 w 60"/>
              <a:gd name="p0y12" fmla="*/ 13 h 300"/>
              <a:gd name="p0x13" fmla="*/ 13 w 60"/>
              <a:gd name="p0y13" fmla="*/ 0 h 300"/>
              <a:gd name="p0x14" fmla="*/ 30 w 60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8160992" y="1850688"/>
            <a:ext cx="12002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统筹项目整体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8046085" y="2218055"/>
            <a:ext cx="38100" cy="190500"/>
          </a:xfrm>
          <a:custGeom>
            <a:avLst/>
            <a:gdLst>
              <a:gd name="sw" fmla="*/ 1 w 60"/>
              <a:gd name="sh" fmla="*/ 1 h 300"/>
              <a:gd name="mins" fmla="min sw sh"/>
              <a:gd name="dsw" fmla="+- 0 sw mins"/>
              <a:gd name="dsh" fmla="+- 0 sh mins"/>
              <a:gd name="p0x0" fmla="*/ 30 w 60"/>
              <a:gd name="p0y0" fmla="*/ 0 h 300"/>
              <a:gd name="p0x1" fmla="*/ 46 w 60"/>
              <a:gd name="p0y1" fmla="*/ 0 h 300"/>
              <a:gd name="p0x2" fmla="*/ 60 w 60"/>
              <a:gd name="p0y2" fmla="*/ 13 h 300"/>
              <a:gd name="p0x3" fmla="*/ 60 w 60"/>
              <a:gd name="p0y3" fmla="*/ 30 h 300"/>
              <a:gd name="p0x4" fmla="*/ 60 w 60"/>
              <a:gd name="p0y4" fmla="*/ 270 h 300"/>
              <a:gd name="p0x5" fmla="*/ 60 w 60"/>
              <a:gd name="p0y5" fmla="*/ 286 h 300"/>
              <a:gd name="p0x6" fmla="*/ 46 w 60"/>
              <a:gd name="p0y6" fmla="*/ 300 h 300"/>
              <a:gd name="p0x7" fmla="*/ 30 w 60"/>
              <a:gd name="p0y7" fmla="*/ 300 h 300"/>
              <a:gd name="p0x8" fmla="*/ 13 w 60"/>
              <a:gd name="p0y8" fmla="*/ 300 h 300"/>
              <a:gd name="p0x9" fmla="*/ 0 w 60"/>
              <a:gd name="p0y9" fmla="*/ 286 h 300"/>
              <a:gd name="p0x10" fmla="*/ 0 w 60"/>
              <a:gd name="p0y10" fmla="*/ 270 h 300"/>
              <a:gd name="p0x11" fmla="*/ 0 w 60"/>
              <a:gd name="p0y11" fmla="*/ 30 h 300"/>
              <a:gd name="p0x12" fmla="*/ 0 w 60"/>
              <a:gd name="p0y12" fmla="*/ 13 h 300"/>
              <a:gd name="p0x13" fmla="*/ 13 w 60"/>
              <a:gd name="p0y13" fmla="*/ 0 h 300"/>
              <a:gd name="p0x14" fmla="*/ 30 w 60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8160992" y="2161070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提出弹球游戏灵感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8046085" y="2528570"/>
            <a:ext cx="38100" cy="190500"/>
          </a:xfrm>
          <a:custGeom>
            <a:avLst/>
            <a:gdLst>
              <a:gd name="sw" fmla="*/ 1 w 60"/>
              <a:gd name="sh" fmla="*/ 1 h 300"/>
              <a:gd name="mins" fmla="min sw sh"/>
              <a:gd name="dsw" fmla="+- 0 sw mins"/>
              <a:gd name="dsh" fmla="+- 0 sh mins"/>
              <a:gd name="p0x0" fmla="*/ 30 w 60"/>
              <a:gd name="p0y0" fmla="*/ 0 h 300"/>
              <a:gd name="p0x1" fmla="*/ 46 w 60"/>
              <a:gd name="p0y1" fmla="*/ 0 h 300"/>
              <a:gd name="p0x2" fmla="*/ 60 w 60"/>
              <a:gd name="p0y2" fmla="*/ 13 h 300"/>
              <a:gd name="p0x3" fmla="*/ 60 w 60"/>
              <a:gd name="p0y3" fmla="*/ 30 h 300"/>
              <a:gd name="p0x4" fmla="*/ 60 w 60"/>
              <a:gd name="p0y4" fmla="*/ 270 h 300"/>
              <a:gd name="p0x5" fmla="*/ 60 w 60"/>
              <a:gd name="p0y5" fmla="*/ 286 h 300"/>
              <a:gd name="p0x6" fmla="*/ 46 w 60"/>
              <a:gd name="p0y6" fmla="*/ 300 h 300"/>
              <a:gd name="p0x7" fmla="*/ 30 w 60"/>
              <a:gd name="p0y7" fmla="*/ 300 h 300"/>
              <a:gd name="p0x8" fmla="*/ 13 w 60"/>
              <a:gd name="p0y8" fmla="*/ 300 h 300"/>
              <a:gd name="p0x9" fmla="*/ 0 w 60"/>
              <a:gd name="p0y9" fmla="*/ 286 h 300"/>
              <a:gd name="p0x10" fmla="*/ 0 w 60"/>
              <a:gd name="p0y10" fmla="*/ 270 h 300"/>
              <a:gd name="p0x11" fmla="*/ 0 w 60"/>
              <a:gd name="p0y11" fmla="*/ 30 h 300"/>
              <a:gd name="p0x12" fmla="*/ 0 w 60"/>
              <a:gd name="p0y12" fmla="*/ 13 h 300"/>
              <a:gd name="p0x13" fmla="*/ 13 w 60"/>
              <a:gd name="p0y13" fmla="*/ 0 h 300"/>
              <a:gd name="p0x14" fmla="*/ 30 w 60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8160992" y="2471452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建立电磁损耗模型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8046085" y="2838450"/>
            <a:ext cx="38100" cy="190500"/>
          </a:xfrm>
          <a:custGeom>
            <a:avLst/>
            <a:gdLst>
              <a:gd name="sw" fmla="*/ 1 w 60"/>
              <a:gd name="sh" fmla="*/ 1 h 300"/>
              <a:gd name="mins" fmla="min sw sh"/>
              <a:gd name="dsw" fmla="+- 0 sw mins"/>
              <a:gd name="dsh" fmla="+- 0 sh mins"/>
              <a:gd name="p0x0" fmla="*/ 30 w 60"/>
              <a:gd name="p0y0" fmla="*/ 0 h 300"/>
              <a:gd name="p0x1" fmla="*/ 46 w 60"/>
              <a:gd name="p0y1" fmla="*/ 0 h 300"/>
              <a:gd name="p0x2" fmla="*/ 60 w 60"/>
              <a:gd name="p0y2" fmla="*/ 13 h 300"/>
              <a:gd name="p0x3" fmla="*/ 60 w 60"/>
              <a:gd name="p0y3" fmla="*/ 30 h 300"/>
              <a:gd name="p0x4" fmla="*/ 60 w 60"/>
              <a:gd name="p0y4" fmla="*/ 270 h 300"/>
              <a:gd name="p0x5" fmla="*/ 60 w 60"/>
              <a:gd name="p0y5" fmla="*/ 286 h 300"/>
              <a:gd name="p0x6" fmla="*/ 46 w 60"/>
              <a:gd name="p0y6" fmla="*/ 300 h 300"/>
              <a:gd name="p0x7" fmla="*/ 30 w 60"/>
              <a:gd name="p0y7" fmla="*/ 300 h 300"/>
              <a:gd name="p0x8" fmla="*/ 13 w 60"/>
              <a:gd name="p0y8" fmla="*/ 300 h 300"/>
              <a:gd name="p0x9" fmla="*/ 0 w 60"/>
              <a:gd name="p0y9" fmla="*/ 286 h 300"/>
              <a:gd name="p0x10" fmla="*/ 0 w 60"/>
              <a:gd name="p0y10" fmla="*/ 270 h 300"/>
              <a:gd name="p0x11" fmla="*/ 0 w 60"/>
              <a:gd name="p0y11" fmla="*/ 30 h 300"/>
              <a:gd name="p0x12" fmla="*/ 0 w 60"/>
              <a:gd name="p0y12" fmla="*/ 13 h 300"/>
              <a:gd name="p0x13" fmla="*/ 13 w 60"/>
              <a:gd name="p0y13" fmla="*/ 0 h 300"/>
              <a:gd name="p0x14" fmla="*/ 30 w 60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160992" y="2781833"/>
            <a:ext cx="17145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开展时效热处理实验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8046085" y="3148965"/>
            <a:ext cx="38100" cy="190500"/>
          </a:xfrm>
          <a:custGeom>
            <a:avLst/>
            <a:gdLst>
              <a:gd name="sw" fmla="*/ 1 w 60"/>
              <a:gd name="sh" fmla="*/ 1 h 300"/>
              <a:gd name="mins" fmla="min sw sh"/>
              <a:gd name="dsw" fmla="+- 0 sw mins"/>
              <a:gd name="dsh" fmla="+- 0 sh mins"/>
              <a:gd name="p0x0" fmla="*/ 30 w 60"/>
              <a:gd name="p0y0" fmla="*/ 0 h 300"/>
              <a:gd name="p0x1" fmla="*/ 46 w 60"/>
              <a:gd name="p0y1" fmla="*/ 0 h 300"/>
              <a:gd name="p0x2" fmla="*/ 60 w 60"/>
              <a:gd name="p0y2" fmla="*/ 13 h 300"/>
              <a:gd name="p0x3" fmla="*/ 60 w 60"/>
              <a:gd name="p0y3" fmla="*/ 30 h 300"/>
              <a:gd name="p0x4" fmla="*/ 60 w 60"/>
              <a:gd name="p0y4" fmla="*/ 270 h 300"/>
              <a:gd name="p0x5" fmla="*/ 60 w 60"/>
              <a:gd name="p0y5" fmla="*/ 286 h 300"/>
              <a:gd name="p0x6" fmla="*/ 46 w 60"/>
              <a:gd name="p0y6" fmla="*/ 300 h 300"/>
              <a:gd name="p0x7" fmla="*/ 30 w 60"/>
              <a:gd name="p0y7" fmla="*/ 300 h 300"/>
              <a:gd name="p0x8" fmla="*/ 13 w 60"/>
              <a:gd name="p0y8" fmla="*/ 300 h 300"/>
              <a:gd name="p0x9" fmla="*/ 0 w 60"/>
              <a:gd name="p0y9" fmla="*/ 286 h 300"/>
              <a:gd name="p0x10" fmla="*/ 0 w 60"/>
              <a:gd name="p0y10" fmla="*/ 270 h 300"/>
              <a:gd name="p0x11" fmla="*/ 0 w 60"/>
              <a:gd name="p0y11" fmla="*/ 30 h 300"/>
              <a:gd name="p0x12" fmla="*/ 0 w 60"/>
              <a:gd name="p0y12" fmla="*/ 13 h 300"/>
              <a:gd name="p0x13" fmla="*/ 13 w 60"/>
              <a:gd name="p0y13" fmla="*/ 0 h 300"/>
              <a:gd name="p0x14" fmla="*/ 30 w 60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8160992" y="3092215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主导电泳沉积工艺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1"/>
            </p:custDataLst>
          </p:nvPr>
        </p:nvSpPr>
        <p:spPr>
          <a:xfrm>
            <a:off x="8046085" y="3459480"/>
            <a:ext cx="38100" cy="190500"/>
          </a:xfrm>
          <a:custGeom>
            <a:avLst/>
            <a:gdLst>
              <a:gd name="sw" fmla="*/ 1 w 60"/>
              <a:gd name="sh" fmla="*/ 1 h 300"/>
              <a:gd name="mins" fmla="min sw sh"/>
              <a:gd name="dsw" fmla="+- 0 sw mins"/>
              <a:gd name="dsh" fmla="+- 0 sh mins"/>
              <a:gd name="p0x0" fmla="*/ 30 w 60"/>
              <a:gd name="p0y0" fmla="*/ 0 h 300"/>
              <a:gd name="p0x1" fmla="*/ 46 w 60"/>
              <a:gd name="p0y1" fmla="*/ 0 h 300"/>
              <a:gd name="p0x2" fmla="*/ 60 w 60"/>
              <a:gd name="p0y2" fmla="*/ 13 h 300"/>
              <a:gd name="p0x3" fmla="*/ 60 w 60"/>
              <a:gd name="p0y3" fmla="*/ 30 h 300"/>
              <a:gd name="p0x4" fmla="*/ 60 w 60"/>
              <a:gd name="p0y4" fmla="*/ 270 h 300"/>
              <a:gd name="p0x5" fmla="*/ 60 w 60"/>
              <a:gd name="p0y5" fmla="*/ 286 h 300"/>
              <a:gd name="p0x6" fmla="*/ 46 w 60"/>
              <a:gd name="p0y6" fmla="*/ 300 h 300"/>
              <a:gd name="p0x7" fmla="*/ 30 w 60"/>
              <a:gd name="p0y7" fmla="*/ 300 h 300"/>
              <a:gd name="p0x8" fmla="*/ 13 w 60"/>
              <a:gd name="p0y8" fmla="*/ 300 h 300"/>
              <a:gd name="p0x9" fmla="*/ 0 w 60"/>
              <a:gd name="p0y9" fmla="*/ 286 h 300"/>
              <a:gd name="p0x10" fmla="*/ 0 w 60"/>
              <a:gd name="p0y10" fmla="*/ 270 h 300"/>
              <a:gd name="p0x11" fmla="*/ 0 w 60"/>
              <a:gd name="p0y11" fmla="*/ 30 h 300"/>
              <a:gd name="p0x12" fmla="*/ 0 w 60"/>
              <a:gd name="p0y12" fmla="*/ 13 h 300"/>
              <a:gd name="p0x13" fmla="*/ 13 w 60"/>
              <a:gd name="p0y13" fmla="*/ 0 h 300"/>
              <a:gd name="p0x14" fmla="*/ 30 w 60"/>
              <a:gd name="p0y14" fmla="*/ 0 h 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8160992" y="3402597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牵头达成代工协议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23"/>
            </p:custDataLst>
          </p:nvPr>
        </p:nvSpPr>
        <p:spPr>
          <a:xfrm>
            <a:off x="8046085" y="3785870"/>
            <a:ext cx="3373755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8046085" y="3909695"/>
            <a:ext cx="1649095" cy="236728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25"/>
            </p:custDataLst>
          </p:nvPr>
        </p:nvSpPr>
        <p:spPr>
          <a:xfrm>
            <a:off x="8122285" y="3985895"/>
            <a:ext cx="419100" cy="4191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07ab0b74-c2fc-11f1-9845-2652e07debc3"/>
          <p:cNvPicPr/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45" t="-128" r="245" b="128"/>
          <a:stretch>
            <a:fillRect/>
          </a:stretch>
        </p:blipFill>
        <p:spPr>
          <a:xfrm>
            <a:off x="8208010" y="4071620"/>
            <a:ext cx="247650" cy="24765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8656292" y="4037647"/>
            <a:ext cx="92816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李佳睿</a:t>
            </a:r>
            <a:endParaRPr b="1" spc="36">
              <a:solidFill>
                <a:schemeClr val="tx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8122892" y="4428172"/>
            <a:ext cx="149639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参与材料成分优化与性能平衡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1"/>
            </p:custDataLst>
          </p:nvPr>
        </p:nvSpPr>
        <p:spPr>
          <a:xfrm>
            <a:off x="8122892" y="5014856"/>
            <a:ext cx="149639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参与超过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r>
              <a:rPr 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合金元素配比实验</a:t>
            </a:r>
            <a:endParaRPr lang="zh-CN"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2"/>
            </p:custDataLst>
          </p:nvPr>
        </p:nvSpPr>
        <p:spPr>
          <a:xfrm>
            <a:off x="10547985" y="1304925"/>
            <a:ext cx="419100" cy="4191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07ab0cb8-c2fc-11f1-9845-2652e07debc3"/>
          <p:cNvPicPr/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124" t="-128" r="124" b="128"/>
          <a:stretch>
            <a:fillRect/>
          </a:stretch>
        </p:blipFill>
        <p:spPr>
          <a:xfrm>
            <a:off x="10600690" y="1419860"/>
            <a:ext cx="247650" cy="24765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36"/>
            </p:custDataLst>
          </p:nvPr>
        </p:nvSpPr>
        <p:spPr>
          <a:xfrm>
            <a:off x="10015528" y="3598862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团队构成</a:t>
            </a:r>
            <a:endParaRPr b="1" spc="36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37"/>
            </p:custDataLst>
          </p:nvPr>
        </p:nvSpPr>
        <p:spPr>
          <a:xfrm>
            <a:off x="9852025" y="4963160"/>
            <a:ext cx="695960" cy="180975"/>
          </a:xfrm>
          <a:custGeom>
            <a:avLst/>
            <a:gdLst>
              <a:gd name="sw" fmla="*/ 1 w 1095"/>
              <a:gd name="sh" fmla="*/ 1 h 285"/>
              <a:gd name="mins" fmla="min sw sh"/>
              <a:gd name="dsw" fmla="+- 0 sw mins"/>
              <a:gd name="dsh" fmla="+- 0 sh mins"/>
              <a:gd name="p0x0" fmla="*/ 142 w 1095"/>
              <a:gd name="p0y0" fmla="*/ 0 h 285"/>
              <a:gd name="p0x1" fmla="*/ 952 w 1095"/>
              <a:gd name="p0y1" fmla="*/ 0 h 285"/>
              <a:gd name="p0x2" fmla="*/ 1031 w 1095"/>
              <a:gd name="p0y2" fmla="*/ 0 h 285"/>
              <a:gd name="p0x3" fmla="*/ 1095 w 1095"/>
              <a:gd name="p0y3" fmla="*/ 63 h 285"/>
              <a:gd name="p0x4" fmla="*/ 1095 w 1095"/>
              <a:gd name="p0y4" fmla="*/ 142 h 285"/>
              <a:gd name="p0x5" fmla="*/ 1095 w 1095"/>
              <a:gd name="p0y5" fmla="*/ 221 h 285"/>
              <a:gd name="p0x6" fmla="*/ 1031 w 1095"/>
              <a:gd name="p0y6" fmla="*/ 285 h 285"/>
              <a:gd name="p0x7" fmla="*/ 952 w 1095"/>
              <a:gd name="p0y7" fmla="*/ 285 h 285"/>
              <a:gd name="p0x8" fmla="*/ 142 w 1095"/>
              <a:gd name="p0y8" fmla="*/ 285 h 285"/>
              <a:gd name="p0x9" fmla="*/ 63 w 1095"/>
              <a:gd name="p0y9" fmla="*/ 285 h 285"/>
              <a:gd name="p0x10" fmla="*/ 0 w 1095"/>
              <a:gd name="p0y10" fmla="*/ 221 h 285"/>
              <a:gd name="p0x11" fmla="*/ 0 w 1095"/>
              <a:gd name="p0y11" fmla="*/ 142 h 285"/>
              <a:gd name="p0x12" fmla="*/ 0 w 1095"/>
              <a:gd name="p0y12" fmla="*/ 63 h 285"/>
              <a:gd name="p0x13" fmla="*/ 63 w 1095"/>
              <a:gd name="p0y13" fmla="*/ 0 h 285"/>
              <a:gd name="p0x14" fmla="*/ 142 w 1095"/>
              <a:gd name="p0y14" fmla="*/ 0 h 2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9933613" y="4976603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050">
                <a:solidFill>
                  <a:schemeClr val="accent1">
                    <a:lumMod val="41430"/>
                    <a:lumOff val="5857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机理研究</a:t>
            </a:r>
            <a:endParaRPr sz="1050">
              <a:solidFill>
                <a:schemeClr val="accent1">
                  <a:lumMod val="41430"/>
                  <a:lumOff val="5857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39"/>
            </p:custDataLst>
          </p:nvPr>
        </p:nvSpPr>
        <p:spPr>
          <a:xfrm>
            <a:off x="10595610" y="4963160"/>
            <a:ext cx="695325" cy="180975"/>
          </a:xfrm>
          <a:custGeom>
            <a:avLst/>
            <a:gdLst>
              <a:gd name="sw" fmla="*/ 1 w 1095"/>
              <a:gd name="sh" fmla="*/ 1 h 285"/>
              <a:gd name="mins" fmla="min sw sh"/>
              <a:gd name="dsw" fmla="+- 0 sw mins"/>
              <a:gd name="dsh" fmla="+- 0 sh mins"/>
              <a:gd name="p0x0" fmla="*/ 142 w 1095"/>
              <a:gd name="p0y0" fmla="*/ 0 h 285"/>
              <a:gd name="p0x1" fmla="*/ 952 w 1095"/>
              <a:gd name="p0y1" fmla="*/ 0 h 285"/>
              <a:gd name="p0x2" fmla="*/ 1031 w 1095"/>
              <a:gd name="p0y2" fmla="*/ 0 h 285"/>
              <a:gd name="p0x3" fmla="*/ 1095 w 1095"/>
              <a:gd name="p0y3" fmla="*/ 63 h 285"/>
              <a:gd name="p0x4" fmla="*/ 1095 w 1095"/>
              <a:gd name="p0y4" fmla="*/ 142 h 285"/>
              <a:gd name="p0x5" fmla="*/ 1095 w 1095"/>
              <a:gd name="p0y5" fmla="*/ 221 h 285"/>
              <a:gd name="p0x6" fmla="*/ 1031 w 1095"/>
              <a:gd name="p0y6" fmla="*/ 285 h 285"/>
              <a:gd name="p0x7" fmla="*/ 952 w 1095"/>
              <a:gd name="p0y7" fmla="*/ 285 h 285"/>
              <a:gd name="p0x8" fmla="*/ 142 w 1095"/>
              <a:gd name="p0y8" fmla="*/ 285 h 285"/>
              <a:gd name="p0x9" fmla="*/ 63 w 1095"/>
              <a:gd name="p0y9" fmla="*/ 285 h 285"/>
              <a:gd name="p0x10" fmla="*/ 0 w 1095"/>
              <a:gd name="p0y10" fmla="*/ 221 h 285"/>
              <a:gd name="p0x11" fmla="*/ 0 w 1095"/>
              <a:gd name="p0y11" fmla="*/ 142 h 285"/>
              <a:gd name="p0x12" fmla="*/ 0 w 1095"/>
              <a:gd name="p0y12" fmla="*/ 63 h 285"/>
              <a:gd name="p0x13" fmla="*/ 63 w 1095"/>
              <a:gd name="p0y13" fmla="*/ 0 h 285"/>
              <a:gd name="p0x14" fmla="*/ 142 w 1095"/>
              <a:gd name="p0y14" fmla="*/ 0 h 2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0"/>
            </p:custDataLst>
          </p:nvPr>
        </p:nvSpPr>
        <p:spPr>
          <a:xfrm>
            <a:off x="10676639" y="4976603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050">
                <a:solidFill>
                  <a:schemeClr val="accent1">
                    <a:lumMod val="41430"/>
                    <a:lumOff val="5857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成分设计</a:t>
            </a:r>
            <a:endParaRPr sz="1050">
              <a:solidFill>
                <a:schemeClr val="accent1">
                  <a:lumMod val="41430"/>
                  <a:lumOff val="5857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1"/>
            </p:custDataLst>
          </p:nvPr>
        </p:nvSpPr>
        <p:spPr>
          <a:xfrm>
            <a:off x="9852025" y="5191760"/>
            <a:ext cx="695960" cy="180975"/>
          </a:xfrm>
          <a:custGeom>
            <a:avLst/>
            <a:gdLst>
              <a:gd name="sw" fmla="*/ 1 w 1095"/>
              <a:gd name="sh" fmla="*/ 1 h 285"/>
              <a:gd name="mins" fmla="min sw sh"/>
              <a:gd name="dsw" fmla="+- 0 sw mins"/>
              <a:gd name="dsh" fmla="+- 0 sh mins"/>
              <a:gd name="p0x0" fmla="*/ 142 w 1095"/>
              <a:gd name="p0y0" fmla="*/ 0 h 285"/>
              <a:gd name="p0x1" fmla="*/ 952 w 1095"/>
              <a:gd name="p0y1" fmla="*/ 0 h 285"/>
              <a:gd name="p0x2" fmla="*/ 1031 w 1095"/>
              <a:gd name="p0y2" fmla="*/ 0 h 285"/>
              <a:gd name="p0x3" fmla="*/ 1095 w 1095"/>
              <a:gd name="p0y3" fmla="*/ 63 h 285"/>
              <a:gd name="p0x4" fmla="*/ 1095 w 1095"/>
              <a:gd name="p0y4" fmla="*/ 142 h 285"/>
              <a:gd name="p0x5" fmla="*/ 1095 w 1095"/>
              <a:gd name="p0y5" fmla="*/ 221 h 285"/>
              <a:gd name="p0x6" fmla="*/ 1031 w 1095"/>
              <a:gd name="p0y6" fmla="*/ 285 h 285"/>
              <a:gd name="p0x7" fmla="*/ 952 w 1095"/>
              <a:gd name="p0y7" fmla="*/ 285 h 285"/>
              <a:gd name="p0x8" fmla="*/ 142 w 1095"/>
              <a:gd name="p0y8" fmla="*/ 285 h 285"/>
              <a:gd name="p0x9" fmla="*/ 63 w 1095"/>
              <a:gd name="p0y9" fmla="*/ 285 h 285"/>
              <a:gd name="p0x10" fmla="*/ 0 w 1095"/>
              <a:gd name="p0y10" fmla="*/ 221 h 285"/>
              <a:gd name="p0x11" fmla="*/ 0 w 1095"/>
              <a:gd name="p0y11" fmla="*/ 142 h 285"/>
              <a:gd name="p0x12" fmla="*/ 0 w 1095"/>
              <a:gd name="p0y12" fmla="*/ 63 h 285"/>
              <a:gd name="p0x13" fmla="*/ 63 w 1095"/>
              <a:gd name="p0y13" fmla="*/ 0 h 285"/>
              <a:gd name="p0x14" fmla="*/ 142 w 1095"/>
              <a:gd name="p0y14" fmla="*/ 0 h 2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2"/>
            </p:custDataLst>
          </p:nvPr>
        </p:nvSpPr>
        <p:spPr>
          <a:xfrm>
            <a:off x="9933613" y="5205203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050">
                <a:solidFill>
                  <a:schemeClr val="accent2">
                    <a:lumMod val="40678"/>
                    <a:lumOff val="59322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成形复合</a:t>
            </a:r>
            <a:endParaRPr sz="1050">
              <a:solidFill>
                <a:schemeClr val="accent2">
                  <a:lumMod val="40678"/>
                  <a:lumOff val="59322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43"/>
            </p:custDataLst>
          </p:nvPr>
        </p:nvSpPr>
        <p:spPr>
          <a:xfrm>
            <a:off x="10481310" y="5239385"/>
            <a:ext cx="695325" cy="180975"/>
          </a:xfrm>
          <a:custGeom>
            <a:avLst/>
            <a:gdLst>
              <a:gd name="sw" fmla="*/ 1 w 1095"/>
              <a:gd name="sh" fmla="*/ 1 h 285"/>
              <a:gd name="mins" fmla="min sw sh"/>
              <a:gd name="dsw" fmla="+- 0 sw mins"/>
              <a:gd name="dsh" fmla="+- 0 sh mins"/>
              <a:gd name="p0x0" fmla="*/ 142 w 1095"/>
              <a:gd name="p0y0" fmla="*/ 0 h 285"/>
              <a:gd name="p0x1" fmla="*/ 952 w 1095"/>
              <a:gd name="p0y1" fmla="*/ 0 h 285"/>
              <a:gd name="p0x2" fmla="*/ 1031 w 1095"/>
              <a:gd name="p0y2" fmla="*/ 0 h 285"/>
              <a:gd name="p0x3" fmla="*/ 1095 w 1095"/>
              <a:gd name="p0y3" fmla="*/ 63 h 285"/>
              <a:gd name="p0x4" fmla="*/ 1095 w 1095"/>
              <a:gd name="p0y4" fmla="*/ 142 h 285"/>
              <a:gd name="p0x5" fmla="*/ 1095 w 1095"/>
              <a:gd name="p0y5" fmla="*/ 221 h 285"/>
              <a:gd name="p0x6" fmla="*/ 1031 w 1095"/>
              <a:gd name="p0y6" fmla="*/ 285 h 285"/>
              <a:gd name="p0x7" fmla="*/ 952 w 1095"/>
              <a:gd name="p0y7" fmla="*/ 285 h 285"/>
              <a:gd name="p0x8" fmla="*/ 142 w 1095"/>
              <a:gd name="p0y8" fmla="*/ 285 h 285"/>
              <a:gd name="p0x9" fmla="*/ 63 w 1095"/>
              <a:gd name="p0y9" fmla="*/ 285 h 285"/>
              <a:gd name="p0x10" fmla="*/ 0 w 1095"/>
              <a:gd name="p0y10" fmla="*/ 221 h 285"/>
              <a:gd name="p0x11" fmla="*/ 0 w 1095"/>
              <a:gd name="p0y11" fmla="*/ 142 h 285"/>
              <a:gd name="p0x12" fmla="*/ 0 w 1095"/>
              <a:gd name="p0y12" fmla="*/ 63 h 285"/>
              <a:gd name="p0x13" fmla="*/ 63 w 1095"/>
              <a:gd name="p0y13" fmla="*/ 0 h 285"/>
              <a:gd name="p0x14" fmla="*/ 142 w 1095"/>
              <a:gd name="p0y14" fmla="*/ 0 h 2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4"/>
            </p:custDataLst>
          </p:nvPr>
        </p:nvSpPr>
        <p:spPr>
          <a:xfrm>
            <a:off x="10676639" y="5205203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050">
                <a:solidFill>
                  <a:srgbClr val="82E6FF"/>
                </a:solidFill>
                <a:latin typeface="微软雅黑" panose="020B0503020204020204" charset="-122"/>
                <a:ea typeface="微软雅黑" panose="020B0503020204020204" charset="-122"/>
              </a:rPr>
              <a:t>表征测试</a:t>
            </a:r>
            <a:endParaRPr sz="1050">
              <a:solidFill>
                <a:srgbClr val="82E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45"/>
            </p:custDataLst>
          </p:nvPr>
        </p:nvSpPr>
        <p:spPr>
          <a:xfrm>
            <a:off x="9852025" y="5420360"/>
            <a:ext cx="695960" cy="180975"/>
          </a:xfrm>
          <a:custGeom>
            <a:avLst/>
            <a:gdLst>
              <a:gd name="sw" fmla="*/ 1 w 1095"/>
              <a:gd name="sh" fmla="*/ 1 h 285"/>
              <a:gd name="mins" fmla="min sw sh"/>
              <a:gd name="dsw" fmla="+- 0 sw mins"/>
              <a:gd name="dsh" fmla="+- 0 sh mins"/>
              <a:gd name="p0x0" fmla="*/ 142 w 1095"/>
              <a:gd name="p0y0" fmla="*/ 0 h 285"/>
              <a:gd name="p0x1" fmla="*/ 952 w 1095"/>
              <a:gd name="p0y1" fmla="*/ 0 h 285"/>
              <a:gd name="p0x2" fmla="*/ 1031 w 1095"/>
              <a:gd name="p0y2" fmla="*/ 0 h 285"/>
              <a:gd name="p0x3" fmla="*/ 1095 w 1095"/>
              <a:gd name="p0y3" fmla="*/ 63 h 285"/>
              <a:gd name="p0x4" fmla="*/ 1095 w 1095"/>
              <a:gd name="p0y4" fmla="*/ 142 h 285"/>
              <a:gd name="p0x5" fmla="*/ 1095 w 1095"/>
              <a:gd name="p0y5" fmla="*/ 221 h 285"/>
              <a:gd name="p0x6" fmla="*/ 1031 w 1095"/>
              <a:gd name="p0y6" fmla="*/ 285 h 285"/>
              <a:gd name="p0x7" fmla="*/ 952 w 1095"/>
              <a:gd name="p0y7" fmla="*/ 285 h 285"/>
              <a:gd name="p0x8" fmla="*/ 142 w 1095"/>
              <a:gd name="p0y8" fmla="*/ 285 h 285"/>
              <a:gd name="p0x9" fmla="*/ 63 w 1095"/>
              <a:gd name="p0y9" fmla="*/ 285 h 285"/>
              <a:gd name="p0x10" fmla="*/ 0 w 1095"/>
              <a:gd name="p0y10" fmla="*/ 221 h 285"/>
              <a:gd name="p0x11" fmla="*/ 0 w 1095"/>
              <a:gd name="p0y11" fmla="*/ 142 h 285"/>
              <a:gd name="p0x12" fmla="*/ 0 w 1095"/>
              <a:gd name="p0y12" fmla="*/ 63 h 285"/>
              <a:gd name="p0x13" fmla="*/ 63 w 1095"/>
              <a:gd name="p0y13" fmla="*/ 0 h 285"/>
              <a:gd name="p0x14" fmla="*/ 142 w 1095"/>
              <a:gd name="p0y14" fmla="*/ 0 h 2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46"/>
            </p:custDataLst>
          </p:nvPr>
        </p:nvSpPr>
        <p:spPr>
          <a:xfrm>
            <a:off x="9933613" y="5433803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sz="1050">
                <a:solidFill>
                  <a:schemeClr val="accent2">
                    <a:lumMod val="40678"/>
                    <a:lumOff val="59322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成果整理</a:t>
            </a:r>
            <a:endParaRPr sz="1050">
              <a:solidFill>
                <a:schemeClr val="accent2">
                  <a:lumMod val="40678"/>
                  <a:lumOff val="59322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7"/>
            </p:custDataLst>
          </p:nvPr>
        </p:nvSpPr>
        <p:spPr>
          <a:xfrm>
            <a:off x="9847888" y="5631923"/>
            <a:ext cx="1496397" cy="6562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chemeClr val="tx2">
                    <a:lumMod val="6961"/>
                    <a:lumOff val="93039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分工覆盖机理研究、成分设计、成形复合、表征测试、成果整理等维度</a:t>
            </a:r>
            <a:endParaRPr sz="1050">
              <a:solidFill>
                <a:schemeClr val="tx2">
                  <a:lumMod val="6961"/>
                  <a:lumOff val="93039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48"/>
          <a:stretch>
            <a:fillRect/>
          </a:stretch>
        </p:blipFill>
        <p:spPr>
          <a:xfrm>
            <a:off x="400050" y="1301750"/>
            <a:ext cx="7494905" cy="48113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名师领航与学科支撑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939165"/>
          </a:xfrm>
          <a:custGeom>
            <a:avLst/>
            <a:gdLst>
              <a:gd name="sw" fmla="*/ 1 w 17400"/>
              <a:gd name="sh" fmla="*/ 1 h 1479"/>
              <a:gd name="mins" fmla="min sw sh"/>
              <a:gd name="dsw" fmla="+- 0 sw mins"/>
              <a:gd name="dsh" fmla="+- 0 sh mins"/>
              <a:gd name="p0x0" fmla="*/ 60 w 17400"/>
              <a:gd name="p0y0" fmla="*/ 0 h 1479"/>
              <a:gd name="p0x1" fmla="*/ 17340 w 17400"/>
              <a:gd name="p0y1" fmla="*/ 0 h 1479"/>
              <a:gd name="p0x2" fmla="*/ 17373 w 17400"/>
              <a:gd name="p0y2" fmla="*/ 0 h 1479"/>
              <a:gd name="p0x3" fmla="*/ 17400 w 17400"/>
              <a:gd name="p0y3" fmla="*/ 26 h 1479"/>
              <a:gd name="p0x4" fmla="*/ 17400 w 17400"/>
              <a:gd name="p0y4" fmla="*/ 60 h 1479"/>
              <a:gd name="p0x5" fmla="*/ 17400 w 17400"/>
              <a:gd name="p0y5" fmla="*/ 1419 h 1479"/>
              <a:gd name="p0x6" fmla="*/ 17400 w 17400"/>
              <a:gd name="p0y6" fmla="*/ 1452 h 1479"/>
              <a:gd name="p0x7" fmla="*/ 17373 w 17400"/>
              <a:gd name="p0y7" fmla="*/ 1479 h 1479"/>
              <a:gd name="p0x8" fmla="*/ 17340 w 17400"/>
              <a:gd name="p0y8" fmla="*/ 1479 h 1479"/>
              <a:gd name="p0x9" fmla="*/ 60 w 17400"/>
              <a:gd name="p0y9" fmla="*/ 1479 h 1479"/>
              <a:gd name="p0x10" fmla="*/ 26 w 17400"/>
              <a:gd name="p0y10" fmla="*/ 1479 h 1479"/>
              <a:gd name="p0x11" fmla="*/ 0 w 17400"/>
              <a:gd name="p0y11" fmla="*/ 1452 h 1479"/>
              <a:gd name="p0x12" fmla="*/ 0 w 17400"/>
              <a:gd name="p0y12" fmla="*/ 1419 h 1479"/>
              <a:gd name="p0x13" fmla="*/ 0 w 17400"/>
              <a:gd name="p0y13" fmla="*/ 60 h 1479"/>
              <a:gd name="p0x14" fmla="*/ 0 w 17400"/>
              <a:gd name="p0y14" fmla="*/ 26 h 1479"/>
              <a:gd name="p0x15" fmla="*/ 26 w 17400"/>
              <a:gd name="p0y15" fmla="*/ 0 h 1479"/>
              <a:gd name="p0x16" fmla="*/ 60 w 17400"/>
              <a:gd name="p0y16" fmla="*/ 0 h 14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1001"/>
            </a:schemeClr>
          </a:solidFill>
          <a:ln>
            <a:noFill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416558"/>
            <a:ext cx="4343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强大导师团队与学科平台是项目坚实后盾</a:t>
            </a:r>
            <a:endParaRPr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277745"/>
            <a:ext cx="4318635" cy="4194175"/>
          </a:xfrm>
          <a:custGeom>
            <a:avLst/>
            <a:gdLst>
              <a:gd name="sw" fmla="*/ 1 w 6800"/>
              <a:gd name="sh" fmla="*/ 1 h 6605"/>
              <a:gd name="mins" fmla="min sw sh"/>
              <a:gd name="dsw" fmla="+- 0 sw mins"/>
              <a:gd name="dsh" fmla="+- 0 sh mins"/>
              <a:gd name="p0x0" fmla="*/ 120 w 6800"/>
              <a:gd name="p0y0" fmla="*/ 0 h 6605"/>
              <a:gd name="p0x1" fmla="*/ 6680 w 6800"/>
              <a:gd name="p0y1" fmla="*/ 0 h 6605"/>
              <a:gd name="p0x2" fmla="*/ 6747 w 6800"/>
              <a:gd name="p0y2" fmla="*/ 0 h 6605"/>
              <a:gd name="p0x3" fmla="*/ 6800 w 6800"/>
              <a:gd name="p0y3" fmla="*/ 53 h 6605"/>
              <a:gd name="p0x4" fmla="*/ 6800 w 6800"/>
              <a:gd name="p0y4" fmla="*/ 120 h 6605"/>
              <a:gd name="p0x5" fmla="*/ 6800 w 6800"/>
              <a:gd name="p0y5" fmla="*/ 6485 h 6605"/>
              <a:gd name="p0x6" fmla="*/ 6800 w 6800"/>
              <a:gd name="p0y6" fmla="*/ 6551 h 6605"/>
              <a:gd name="p0x7" fmla="*/ 6747 w 6800"/>
              <a:gd name="p0y7" fmla="*/ 6605 h 6605"/>
              <a:gd name="p0x8" fmla="*/ 6680 w 6800"/>
              <a:gd name="p0y8" fmla="*/ 6605 h 6605"/>
              <a:gd name="p0x9" fmla="*/ 120 w 6800"/>
              <a:gd name="p0y9" fmla="*/ 6605 h 6605"/>
              <a:gd name="p0x10" fmla="*/ 53 w 6800"/>
              <a:gd name="p0y10" fmla="*/ 6605 h 6605"/>
              <a:gd name="p0x11" fmla="*/ 0 w 6800"/>
              <a:gd name="p0y11" fmla="*/ 6551 h 6605"/>
              <a:gd name="p0x12" fmla="*/ 0 w 6800"/>
              <a:gd name="p0y12" fmla="*/ 6485 h 6605"/>
              <a:gd name="p0x13" fmla="*/ 0 w 6800"/>
              <a:gd name="p0y13" fmla="*/ 120 h 6605"/>
              <a:gd name="p0x14" fmla="*/ 0 w 6800"/>
              <a:gd name="p0y14" fmla="*/ 53 h 6605"/>
              <a:gd name="p0x15" fmla="*/ 53 w 6800"/>
              <a:gd name="p0y15" fmla="*/ 0 h 6605"/>
              <a:gd name="p0x16" fmla="*/ 120 w 6800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71525" y="247269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71525" y="2561663"/>
            <a:ext cx="392809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巫瑞智教授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771525" y="3063240"/>
            <a:ext cx="1774190" cy="238125"/>
          </a:xfrm>
          <a:custGeom>
            <a:avLst/>
            <a:gdLst>
              <a:gd name="sw" fmla="*/ 1 w 2794"/>
              <a:gd name="sh" fmla="*/ 1 h 375"/>
              <a:gd name="mins" fmla="min sw sh"/>
              <a:gd name="dsw" fmla="+- 0 sw mins"/>
              <a:gd name="dsh" fmla="+- 0 sh mins"/>
              <a:gd name="p0x0" fmla="*/ 187 w 2794"/>
              <a:gd name="p0y0" fmla="*/ 0 h 375"/>
              <a:gd name="p0x1" fmla="*/ 2607 w 2794"/>
              <a:gd name="p0y1" fmla="*/ 0 h 375"/>
              <a:gd name="p0x2" fmla="*/ 2710 w 2794"/>
              <a:gd name="p0y2" fmla="*/ 0 h 375"/>
              <a:gd name="p0x3" fmla="*/ 2794 w 2794"/>
              <a:gd name="p0y3" fmla="*/ 83 h 375"/>
              <a:gd name="p0x4" fmla="*/ 2794 w 2794"/>
              <a:gd name="p0y4" fmla="*/ 187 h 375"/>
              <a:gd name="p0x5" fmla="*/ 2794 w 2794"/>
              <a:gd name="p0y5" fmla="*/ 291 h 375"/>
              <a:gd name="p0x6" fmla="*/ 2710 w 2794"/>
              <a:gd name="p0y6" fmla="*/ 375 h 375"/>
              <a:gd name="p0x7" fmla="*/ 2607 w 2794"/>
              <a:gd name="p0y7" fmla="*/ 375 h 375"/>
              <a:gd name="p0x8" fmla="*/ 187 w 2794"/>
              <a:gd name="p0y8" fmla="*/ 375 h 375"/>
              <a:gd name="p0x9" fmla="*/ 83 w 2794"/>
              <a:gd name="p0y9" fmla="*/ 375 h 375"/>
              <a:gd name="p0x10" fmla="*/ 0 w 2794"/>
              <a:gd name="p0y10" fmla="*/ 291 h 375"/>
              <a:gd name="p0x11" fmla="*/ 0 w 2794"/>
              <a:gd name="p0y11" fmla="*/ 187 h 375"/>
              <a:gd name="p0x12" fmla="*/ 0 w 2794"/>
              <a:gd name="p0y12" fmla="*/ 83 h 375"/>
              <a:gd name="p0x13" fmla="*/ 83 w 2794"/>
              <a:gd name="p0y13" fmla="*/ 0 h 375"/>
              <a:gd name="p0x14" fmla="*/ 187 w 2794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885825" y="3082680"/>
            <a:ext cx="169835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全球前</a:t>
            </a:r>
            <a:r>
              <a:rPr lang="en-US" altLang="zh-CN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2%</a:t>
            </a:r>
            <a:r>
              <a:rPr lang="zh-CN" altLang="en-US"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顶尖科学家</a:t>
            </a:r>
            <a:endParaRPr lang="zh-CN" altLang="en-US"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771525" y="3789350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1023642" y="3915080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终身成就榜入选者</a:t>
            </a:r>
            <a:endParaRPr sz="1500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771525" y="4636922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1023642" y="4762652"/>
            <a:ext cx="2095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稀土科学技术奖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一等奖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771525" y="5484495"/>
            <a:ext cx="5569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7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7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023642" y="5610225"/>
            <a:ext cx="31425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国际镁科学与技术</a:t>
            </a: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年度青年奖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5132705" y="2277745"/>
            <a:ext cx="6482715" cy="4194175"/>
          </a:xfrm>
          <a:custGeom>
            <a:avLst/>
            <a:gdLst>
              <a:gd name="sw" fmla="*/ 1 w 10209"/>
              <a:gd name="sh" fmla="*/ 1 h 6605"/>
              <a:gd name="mins" fmla="min sw sh"/>
              <a:gd name="dsw" fmla="+- 0 sw mins"/>
              <a:gd name="dsh" fmla="+- 0 sh mins"/>
              <a:gd name="p0x0" fmla="*/ 120 w 10209"/>
              <a:gd name="p0y0" fmla="*/ 0 h 6605"/>
              <a:gd name="p0x1" fmla="*/ 10089 w 10209"/>
              <a:gd name="p0y1" fmla="*/ 0 h 6605"/>
              <a:gd name="p0x2" fmla="*/ 10155 w 10209"/>
              <a:gd name="p0y2" fmla="*/ 0 h 6605"/>
              <a:gd name="p0x3" fmla="*/ 10209 w 10209"/>
              <a:gd name="p0y3" fmla="*/ 53 h 6605"/>
              <a:gd name="p0x4" fmla="*/ 10209 w 10209"/>
              <a:gd name="p0y4" fmla="*/ 120 h 6605"/>
              <a:gd name="p0x5" fmla="*/ 10209 w 10209"/>
              <a:gd name="p0y5" fmla="*/ 6485 h 6605"/>
              <a:gd name="p0x6" fmla="*/ 10209 w 10209"/>
              <a:gd name="p0y6" fmla="*/ 6551 h 6605"/>
              <a:gd name="p0x7" fmla="*/ 10155 w 10209"/>
              <a:gd name="p0y7" fmla="*/ 6605 h 6605"/>
              <a:gd name="p0x8" fmla="*/ 10089 w 10209"/>
              <a:gd name="p0y8" fmla="*/ 6605 h 6605"/>
              <a:gd name="p0x9" fmla="*/ 120 w 10209"/>
              <a:gd name="p0y9" fmla="*/ 6605 h 6605"/>
              <a:gd name="p0x10" fmla="*/ 53 w 10209"/>
              <a:gd name="p0y10" fmla="*/ 6605 h 6605"/>
              <a:gd name="p0x11" fmla="*/ 0 w 10209"/>
              <a:gd name="p0y11" fmla="*/ 6551 h 6605"/>
              <a:gd name="p0x12" fmla="*/ 0 w 10209"/>
              <a:gd name="p0y12" fmla="*/ 6485 h 6605"/>
              <a:gd name="p0x13" fmla="*/ 0 w 10209"/>
              <a:gd name="p0y13" fmla="*/ 120 h 6605"/>
              <a:gd name="p0x14" fmla="*/ 0 w 10209"/>
              <a:gd name="p0y14" fmla="*/ 53 h 6605"/>
              <a:gd name="p0x15" fmla="*/ 53 w 10209"/>
              <a:gd name="p0y15" fmla="*/ 0 h 6605"/>
              <a:gd name="p0x16" fmla="*/ 120 w 10209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5327650" y="2472690"/>
            <a:ext cx="6092190" cy="428625"/>
            <a:chOff x="8390" y="3894"/>
            <a:chExt cx="9594" cy="675"/>
          </a:xfrm>
        </p:grpSpPr>
        <p:sp>
          <p:nvSpPr>
            <p:cNvPr id="19" name="任意多边形 18"/>
            <p:cNvSpPr/>
            <p:nvPr>
              <p:custDataLst>
                <p:tags r:id="rId16"/>
              </p:custDataLst>
            </p:nvPr>
          </p:nvSpPr>
          <p:spPr>
            <a:xfrm>
              <a:off x="8390" y="3894"/>
              <a:ext cx="9595" cy="675"/>
            </a:xfrm>
            <a:custGeom>
              <a:avLst/>
              <a:gdLst>
                <a:gd name="sw" fmla="*/ 1 w 9594"/>
                <a:gd name="sh" fmla="*/ 1 h 675"/>
                <a:gd name="mins" fmla="min sw sh"/>
                <a:gd name="dsw" fmla="+- 0 sw mins"/>
                <a:gd name="dsh" fmla="+- 0 sh mins"/>
                <a:gd name="p0x0" fmla="*/ 0 w 9594"/>
                <a:gd name="p0y0" fmla="*/ 0 h 675"/>
                <a:gd name="p0x1" fmla="*/ 9594 w 9594"/>
                <a:gd name="p0y1" fmla="*/ 0 h 675"/>
                <a:gd name="p0x2" fmla="*/ 9594 w 9594"/>
                <a:gd name="p0y2" fmla="*/ 675 h 675"/>
                <a:gd name="p0x3" fmla="*/ 0 w 9594"/>
                <a:gd name="p0y3" fmla="*/ 675 h 675"/>
                <a:gd name="p0x4" fmla="*/ 0 w 9594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17"/>
              </p:custDataLst>
            </p:nvPr>
          </p:nvSpPr>
          <p:spPr>
            <a:xfrm>
              <a:off x="8390" y="4539"/>
              <a:ext cx="9595" cy="30"/>
            </a:xfrm>
            <a:custGeom>
              <a:avLst/>
              <a:gdLst>
                <a:gd name="sw" fmla="*/ 1 w 9594"/>
                <a:gd name="sh" fmla="*/ 1 h 30"/>
                <a:gd name="mins" fmla="min sw sh"/>
                <a:gd name="dsw" fmla="+- 0 sw mins"/>
                <a:gd name="dsh" fmla="+- 0 sh mins"/>
                <a:gd name="p0x0" fmla="*/ 9594 w 9594"/>
                <a:gd name="p0y0" fmla="*/ 30 h 30"/>
                <a:gd name="p0x1" fmla="*/ 0 w 9594"/>
                <a:gd name="p0y1" fmla="*/ 30 h 30"/>
                <a:gd name="p0x2" fmla="*/ 0 w 9594"/>
                <a:gd name="p0y2" fmla="*/ 0 h 30"/>
                <a:gd name="p0x3" fmla="*/ 9594 w 9594"/>
                <a:gd name="p0y3" fmla="*/ 0 h 30"/>
                <a:gd name="p0x4" fmla="*/ 9594 w 9594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>
            <p:custDataLst>
              <p:tags r:id="rId18"/>
            </p:custDataLst>
          </p:nvPr>
        </p:nvSpPr>
        <p:spPr>
          <a:xfrm>
            <a:off x="5327650" y="2506345"/>
            <a:ext cx="266700" cy="2667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07c31fea-c2fc-11f1-8d6b-fef66d069c42"/>
          <p:cNvPicPr/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404" t="-47" r="404" b="47"/>
          <a:stretch>
            <a:fillRect/>
          </a:stretch>
        </p:blipFill>
        <p:spPr>
          <a:xfrm>
            <a:off x="5384800" y="2563495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5709266" y="245688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学科平台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5328266" y="3039818"/>
            <a:ext cx="60922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材料科学与工程学科，依托超轻材料与表面技术教育部重点实验室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5327650" y="3510915"/>
            <a:ext cx="6092190" cy="428625"/>
            <a:chOff x="8390" y="5529"/>
            <a:chExt cx="9594" cy="675"/>
          </a:xfrm>
        </p:grpSpPr>
        <p:sp>
          <p:nvSpPr>
            <p:cNvPr id="28" name="任意多边形 27"/>
            <p:cNvSpPr/>
            <p:nvPr>
              <p:custDataLst>
                <p:tags r:id="rId24"/>
              </p:custDataLst>
            </p:nvPr>
          </p:nvSpPr>
          <p:spPr>
            <a:xfrm>
              <a:off x="8390" y="5529"/>
              <a:ext cx="9595" cy="675"/>
            </a:xfrm>
            <a:custGeom>
              <a:avLst/>
              <a:gdLst>
                <a:gd name="sw" fmla="*/ 1 w 9594"/>
                <a:gd name="sh" fmla="*/ 1 h 675"/>
                <a:gd name="mins" fmla="min sw sh"/>
                <a:gd name="dsw" fmla="+- 0 sw mins"/>
                <a:gd name="dsh" fmla="+- 0 sh mins"/>
                <a:gd name="p0x0" fmla="*/ 0 w 9594"/>
                <a:gd name="p0y0" fmla="*/ 0 h 675"/>
                <a:gd name="p0x1" fmla="*/ 9594 w 9594"/>
                <a:gd name="p0y1" fmla="*/ 0 h 675"/>
                <a:gd name="p0x2" fmla="*/ 9594 w 9594"/>
                <a:gd name="p0y2" fmla="*/ 675 h 675"/>
                <a:gd name="p0x3" fmla="*/ 0 w 9594"/>
                <a:gd name="p0y3" fmla="*/ 675 h 675"/>
                <a:gd name="p0x4" fmla="*/ 0 w 9594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5"/>
              </p:custDataLst>
            </p:nvPr>
          </p:nvSpPr>
          <p:spPr>
            <a:xfrm>
              <a:off x="8390" y="6174"/>
              <a:ext cx="9595" cy="30"/>
            </a:xfrm>
            <a:custGeom>
              <a:avLst/>
              <a:gdLst>
                <a:gd name="sw" fmla="*/ 1 w 9594"/>
                <a:gd name="sh" fmla="*/ 1 h 30"/>
                <a:gd name="mins" fmla="min sw sh"/>
                <a:gd name="dsw" fmla="+- 0 sw mins"/>
                <a:gd name="dsh" fmla="+- 0 sh mins"/>
                <a:gd name="p0x0" fmla="*/ 9594 w 9594"/>
                <a:gd name="p0y0" fmla="*/ 30 h 30"/>
                <a:gd name="p0x1" fmla="*/ 0 w 9594"/>
                <a:gd name="p0y1" fmla="*/ 30 h 30"/>
                <a:gd name="p0x2" fmla="*/ 0 w 9594"/>
                <a:gd name="p0y2" fmla="*/ 0 h 30"/>
                <a:gd name="p0x3" fmla="*/ 9594 w 9594"/>
                <a:gd name="p0y3" fmla="*/ 0 h 30"/>
                <a:gd name="p0x4" fmla="*/ 9594 w 9594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矩形 30"/>
          <p:cNvSpPr/>
          <p:nvPr>
            <p:custDataLst>
              <p:tags r:id="rId26"/>
            </p:custDataLst>
          </p:nvPr>
        </p:nvSpPr>
        <p:spPr>
          <a:xfrm>
            <a:off x="5327650" y="3544570"/>
            <a:ext cx="266700" cy="2667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 descr="07c32073-c2fc-11f1-8d6b-fef66d069c42"/>
          <p:cNvPicPr/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404" t="-47" r="404" b="47"/>
          <a:stretch>
            <a:fillRect/>
          </a:stretch>
        </p:blipFill>
        <p:spPr>
          <a:xfrm>
            <a:off x="5384800" y="3601720"/>
            <a:ext cx="152400" cy="1524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5709266" y="3495113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学术影响力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1"/>
            </p:custDataLst>
          </p:nvPr>
        </p:nvSpPr>
        <p:spPr>
          <a:xfrm>
            <a:off x="5327650" y="409194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2"/>
            </p:custDataLst>
          </p:nvPr>
        </p:nvSpPr>
        <p:spPr>
          <a:xfrm>
            <a:off x="5404466" y="4219880"/>
            <a:ext cx="537820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ESI</a:t>
            </a:r>
            <a:r>
              <a:rPr 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热点论文</a:t>
            </a:r>
            <a:endParaRPr lang="zh-CN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3"/>
            </p:custDataLst>
          </p:nvPr>
        </p:nvSpPr>
        <p:spPr>
          <a:xfrm>
            <a:off x="10896971" y="4138984"/>
            <a:ext cx="618754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4"/>
            </p:custDataLst>
          </p:nvPr>
        </p:nvSpPr>
        <p:spPr>
          <a:xfrm>
            <a:off x="11153775" y="4281859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sz="1500" b="1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5"/>
            </p:custDataLst>
          </p:nvPr>
        </p:nvSpPr>
        <p:spPr>
          <a:xfrm>
            <a:off x="5327650" y="472821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6"/>
            </p:custDataLst>
          </p:nvPr>
        </p:nvSpPr>
        <p:spPr>
          <a:xfrm>
            <a:off x="5404466" y="4856045"/>
            <a:ext cx="514045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高被引论文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7"/>
            </p:custDataLst>
          </p:nvPr>
        </p:nvSpPr>
        <p:spPr>
          <a:xfrm>
            <a:off x="10659218" y="4775149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11153775" y="4918024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sz="1500" b="1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39"/>
            </p:custDataLst>
          </p:nvPr>
        </p:nvSpPr>
        <p:spPr>
          <a:xfrm>
            <a:off x="5327650" y="5364480"/>
            <a:ext cx="6092825" cy="521970"/>
          </a:xfrm>
          <a:custGeom>
            <a:avLst/>
            <a:gdLst>
              <a:gd name="sw" fmla="*/ 1 w 9594"/>
              <a:gd name="sh" fmla="*/ 1 h 821"/>
              <a:gd name="mins" fmla="min sw sh"/>
              <a:gd name="dsw" fmla="+- 0 sw mins"/>
              <a:gd name="dsh" fmla="+- 0 sh mins"/>
              <a:gd name="p0x0" fmla="*/ 60 w 9594"/>
              <a:gd name="p0y0" fmla="*/ 0 h 821"/>
              <a:gd name="p0x1" fmla="*/ 9534 w 9594"/>
              <a:gd name="p0y1" fmla="*/ 0 h 821"/>
              <a:gd name="p0x2" fmla="*/ 9567 w 9594"/>
              <a:gd name="p0y2" fmla="*/ 0 h 821"/>
              <a:gd name="p0x3" fmla="*/ 9594 w 9594"/>
              <a:gd name="p0y3" fmla="*/ 26 h 821"/>
              <a:gd name="p0x4" fmla="*/ 9594 w 9594"/>
              <a:gd name="p0y4" fmla="*/ 60 h 821"/>
              <a:gd name="p0x5" fmla="*/ 9594 w 9594"/>
              <a:gd name="p0y5" fmla="*/ 761 h 821"/>
              <a:gd name="p0x6" fmla="*/ 9594 w 9594"/>
              <a:gd name="p0y6" fmla="*/ 794 h 821"/>
              <a:gd name="p0x7" fmla="*/ 9567 w 9594"/>
              <a:gd name="p0y7" fmla="*/ 821 h 821"/>
              <a:gd name="p0x8" fmla="*/ 9534 w 9594"/>
              <a:gd name="p0y8" fmla="*/ 821 h 821"/>
              <a:gd name="p0x9" fmla="*/ 60 w 9594"/>
              <a:gd name="p0y9" fmla="*/ 821 h 821"/>
              <a:gd name="p0x10" fmla="*/ 26 w 9594"/>
              <a:gd name="p0y10" fmla="*/ 821 h 821"/>
              <a:gd name="p0x11" fmla="*/ 0 w 9594"/>
              <a:gd name="p0y11" fmla="*/ 794 h 821"/>
              <a:gd name="p0x12" fmla="*/ 0 w 9594"/>
              <a:gd name="p0y12" fmla="*/ 761 h 821"/>
              <a:gd name="p0x13" fmla="*/ 0 w 9594"/>
              <a:gd name="p0y13" fmla="*/ 60 h 821"/>
              <a:gd name="p0x14" fmla="*/ 0 w 9594"/>
              <a:gd name="p0y14" fmla="*/ 26 h 821"/>
              <a:gd name="p0x15" fmla="*/ 26 w 9594"/>
              <a:gd name="p0y15" fmla="*/ 0 h 821"/>
              <a:gd name="p0x16" fmla="*/ 60 w 9594"/>
              <a:gd name="p0y16" fmla="*/ 0 h 8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0"/>
            </p:custDataLst>
          </p:nvPr>
        </p:nvSpPr>
        <p:spPr>
          <a:xfrm>
            <a:off x="5404466" y="5492210"/>
            <a:ext cx="535000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因子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1"/>
            </p:custDataLst>
          </p:nvPr>
        </p:nvSpPr>
        <p:spPr>
          <a:xfrm>
            <a:off x="10868768" y="5411314"/>
            <a:ext cx="856507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53</a:t>
            </a:r>
            <a:endParaRPr sz="3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2"/>
            </p:custDataLst>
          </p:nvPr>
        </p:nvSpPr>
        <p:spPr>
          <a:xfrm>
            <a:off x="5327650" y="6038850"/>
            <a:ext cx="875030" cy="238125"/>
          </a:xfrm>
          <a:custGeom>
            <a:avLst/>
            <a:gdLst>
              <a:gd name="sw" fmla="*/ 1 w 1377"/>
              <a:gd name="sh" fmla="*/ 1 h 375"/>
              <a:gd name="mins" fmla="min sw sh"/>
              <a:gd name="dsw" fmla="+- 0 sw mins"/>
              <a:gd name="dsh" fmla="+- 0 sh mins"/>
              <a:gd name="p0x0" fmla="*/ 187 w 1377"/>
              <a:gd name="p0y0" fmla="*/ 0 h 375"/>
              <a:gd name="p0x1" fmla="*/ 1190 w 1377"/>
              <a:gd name="p0y1" fmla="*/ 0 h 375"/>
              <a:gd name="p0x2" fmla="*/ 1293 w 1377"/>
              <a:gd name="p0y2" fmla="*/ 0 h 375"/>
              <a:gd name="p0x3" fmla="*/ 1377 w 1377"/>
              <a:gd name="p0y3" fmla="*/ 83 h 375"/>
              <a:gd name="p0x4" fmla="*/ 1377 w 1377"/>
              <a:gd name="p0y4" fmla="*/ 187 h 375"/>
              <a:gd name="p0x5" fmla="*/ 1377 w 1377"/>
              <a:gd name="p0y5" fmla="*/ 291 h 375"/>
              <a:gd name="p0x6" fmla="*/ 1293 w 1377"/>
              <a:gd name="p0y6" fmla="*/ 375 h 375"/>
              <a:gd name="p0x7" fmla="*/ 1190 w 1377"/>
              <a:gd name="p0y7" fmla="*/ 375 h 375"/>
              <a:gd name="p0x8" fmla="*/ 187 w 1377"/>
              <a:gd name="p0y8" fmla="*/ 375 h 375"/>
              <a:gd name="p0x9" fmla="*/ 83 w 1377"/>
              <a:gd name="p0y9" fmla="*/ 375 h 375"/>
              <a:gd name="p0x10" fmla="*/ 0 w 1377"/>
              <a:gd name="p0y10" fmla="*/ 291 h 375"/>
              <a:gd name="p0x11" fmla="*/ 0 w 1377"/>
              <a:gd name="p0y11" fmla="*/ 187 h 375"/>
              <a:gd name="p0x12" fmla="*/ 0 w 1377"/>
              <a:gd name="p0y12" fmla="*/ 83 h 375"/>
              <a:gd name="p0x13" fmla="*/ 83 w 1377"/>
              <a:gd name="p0y13" fmla="*/ 0 h 375"/>
              <a:gd name="p0x14" fmla="*/ 187 w 1377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5442566" y="6057900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指导教师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4"/>
            </p:custDataLst>
          </p:nvPr>
        </p:nvSpPr>
        <p:spPr>
          <a:xfrm>
            <a:off x="6279280" y="6036945"/>
            <a:ext cx="205747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巫瑞智、张万顺、侯乐干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创新成就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6000" y="42614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把电磁波消灭在墙内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屏蔽效能提升15%-25%，重量降低20%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三重突破破解跷跷板难题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功能、结构、工艺三方面性能的协同提升，如同跷跷板找平衡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71500" y="1721729"/>
            <a:ext cx="296629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三大创新</a:t>
            </a:r>
            <a:r>
              <a:rPr 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破解</a:t>
            </a:r>
            <a:r>
              <a:rPr lang="en-US" alt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三大矛盾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545080"/>
            <a:ext cx="5438775" cy="3926840"/>
          </a:xfrm>
          <a:custGeom>
            <a:avLst/>
            <a:gdLst>
              <a:gd name="sw" fmla="*/ 1 w 8565"/>
              <a:gd name="sh" fmla="*/ 1 h 6184"/>
              <a:gd name="mins" fmla="min sw sh"/>
              <a:gd name="dsw" fmla="+- 0 sw mins"/>
              <a:gd name="dsh" fmla="+- 0 sh mins"/>
              <a:gd name="p0x0" fmla="*/ 120 w 8565"/>
              <a:gd name="p0y0" fmla="*/ 0 h 6184"/>
              <a:gd name="p0x1" fmla="*/ 8445 w 8565"/>
              <a:gd name="p0y1" fmla="*/ 0 h 6184"/>
              <a:gd name="p0x2" fmla="*/ 8511 w 8565"/>
              <a:gd name="p0y2" fmla="*/ 0 h 6184"/>
              <a:gd name="p0x3" fmla="*/ 8565 w 8565"/>
              <a:gd name="p0y3" fmla="*/ 53 h 6184"/>
              <a:gd name="p0x4" fmla="*/ 8565 w 8565"/>
              <a:gd name="p0y4" fmla="*/ 120 h 6184"/>
              <a:gd name="p0x5" fmla="*/ 8565 w 8565"/>
              <a:gd name="p0y5" fmla="*/ 6064 h 6184"/>
              <a:gd name="p0x6" fmla="*/ 8565 w 8565"/>
              <a:gd name="p0y6" fmla="*/ 6130 h 6184"/>
              <a:gd name="p0x7" fmla="*/ 8511 w 8565"/>
              <a:gd name="p0y7" fmla="*/ 6184 h 6184"/>
              <a:gd name="p0x8" fmla="*/ 8445 w 8565"/>
              <a:gd name="p0y8" fmla="*/ 6184 h 6184"/>
              <a:gd name="p0x9" fmla="*/ 120 w 8565"/>
              <a:gd name="p0y9" fmla="*/ 6184 h 6184"/>
              <a:gd name="p0x10" fmla="*/ 53 w 8565"/>
              <a:gd name="p0y10" fmla="*/ 6184 h 6184"/>
              <a:gd name="p0x11" fmla="*/ 0 w 8565"/>
              <a:gd name="p0y11" fmla="*/ 6130 h 6184"/>
              <a:gd name="p0x12" fmla="*/ 0 w 8565"/>
              <a:gd name="p0y12" fmla="*/ 6064 h 6184"/>
              <a:gd name="p0x13" fmla="*/ 0 w 8565"/>
              <a:gd name="p0y13" fmla="*/ 120 h 6184"/>
              <a:gd name="p0x14" fmla="*/ 0 w 8565"/>
              <a:gd name="p0y14" fmla="*/ 53 h 6184"/>
              <a:gd name="p0x15" fmla="*/ 53 w 8565"/>
              <a:gd name="p0y15" fmla="*/ 0 h 6184"/>
              <a:gd name="p0x16" fmla="*/ 120 w 856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771525" y="2724331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三大矛盾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3511753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功能方面</a:t>
            </a:r>
            <a:endParaRPr sz="135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71525" y="3744163"/>
            <a:ext cx="5048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传统提升屏蔽性能的方法往往使材料强度变差或重量上升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71525" y="447154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结构方面</a:t>
            </a:r>
            <a:endParaRPr sz="135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771525" y="4703950"/>
            <a:ext cx="5048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镁锂基材料强度提高时，塑韧性相应降低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71525" y="5431336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工艺方面</a:t>
            </a:r>
            <a:endParaRPr sz="1350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771525" y="5663746"/>
            <a:ext cx="5048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传统复合工艺危险性高且复合效果差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6176645" y="2545080"/>
            <a:ext cx="5438775" cy="3926840"/>
          </a:xfrm>
          <a:custGeom>
            <a:avLst/>
            <a:gdLst>
              <a:gd name="sw" fmla="*/ 1 w 8565"/>
              <a:gd name="sh" fmla="*/ 1 h 6184"/>
              <a:gd name="mins" fmla="min sw sh"/>
              <a:gd name="dsw" fmla="+- 0 sw mins"/>
              <a:gd name="dsh" fmla="+- 0 sh mins"/>
              <a:gd name="p0x0" fmla="*/ 120 w 8565"/>
              <a:gd name="p0y0" fmla="*/ 0 h 6184"/>
              <a:gd name="p0x1" fmla="*/ 8445 w 8565"/>
              <a:gd name="p0y1" fmla="*/ 0 h 6184"/>
              <a:gd name="p0x2" fmla="*/ 8511 w 8565"/>
              <a:gd name="p0y2" fmla="*/ 0 h 6184"/>
              <a:gd name="p0x3" fmla="*/ 8565 w 8565"/>
              <a:gd name="p0y3" fmla="*/ 53 h 6184"/>
              <a:gd name="p0x4" fmla="*/ 8565 w 8565"/>
              <a:gd name="p0y4" fmla="*/ 120 h 6184"/>
              <a:gd name="p0x5" fmla="*/ 8565 w 8565"/>
              <a:gd name="p0y5" fmla="*/ 6064 h 6184"/>
              <a:gd name="p0x6" fmla="*/ 8565 w 8565"/>
              <a:gd name="p0y6" fmla="*/ 6130 h 6184"/>
              <a:gd name="p0x7" fmla="*/ 8511 w 8565"/>
              <a:gd name="p0y7" fmla="*/ 6184 h 6184"/>
              <a:gd name="p0x8" fmla="*/ 8445 w 8565"/>
              <a:gd name="p0y8" fmla="*/ 6184 h 6184"/>
              <a:gd name="p0x9" fmla="*/ 120 w 8565"/>
              <a:gd name="p0y9" fmla="*/ 6184 h 6184"/>
              <a:gd name="p0x10" fmla="*/ 53 w 8565"/>
              <a:gd name="p0y10" fmla="*/ 6184 h 6184"/>
              <a:gd name="p0x11" fmla="*/ 0 w 8565"/>
              <a:gd name="p0y11" fmla="*/ 6130 h 6184"/>
              <a:gd name="p0x12" fmla="*/ 0 w 8565"/>
              <a:gd name="p0y12" fmla="*/ 6064 h 6184"/>
              <a:gd name="p0x13" fmla="*/ 0 w 8565"/>
              <a:gd name="p0y13" fmla="*/ 120 h 6184"/>
              <a:gd name="p0x14" fmla="*/ 0 w 8565"/>
              <a:gd name="p0y14" fmla="*/ 53 h 6184"/>
              <a:gd name="p0x15" fmla="*/ 53 w 8565"/>
              <a:gd name="p0y15" fmla="*/ 0 h 6184"/>
              <a:gd name="p0x16" fmla="*/ 120 w 856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6372225" y="2724331"/>
            <a:ext cx="5048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三项创新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6372225" y="377888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6505575" y="3660353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多维平行界面损耗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6372225" y="46843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6505575" y="4565904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镁锂合金强塑性协同提升技术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6372225" y="558990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6505575" y="5471446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纳米碳基镁锂合金固态复合工艺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创新一</a:t>
            </a:r>
            <a:r>
              <a:rPr lang="en-US" altLang="zh-CN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 </a:t>
            </a: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多维平行界面损耗</a:t>
            </a:r>
            <a:endParaRPr lang="zh-CN" altLang="en-US"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7817485" y="1109345"/>
            <a:ext cx="3797935" cy="5362575"/>
          </a:xfrm>
          <a:custGeom>
            <a:avLst/>
            <a:gdLst>
              <a:gd name="sw" fmla="*/ 1 w 5980"/>
              <a:gd name="sh" fmla="*/ 1 h 8445"/>
              <a:gd name="mins" fmla="min sw sh"/>
              <a:gd name="dsw" fmla="+- 0 sw mins"/>
              <a:gd name="dsh" fmla="+- 0 sh mins"/>
              <a:gd name="p0x0" fmla="*/ 120 w 5980"/>
              <a:gd name="p0y0" fmla="*/ 0 h 8445"/>
              <a:gd name="p0x1" fmla="*/ 5860 w 5980"/>
              <a:gd name="p0y1" fmla="*/ 0 h 8445"/>
              <a:gd name="p0x2" fmla="*/ 5926 w 5980"/>
              <a:gd name="p0y2" fmla="*/ 0 h 8445"/>
              <a:gd name="p0x3" fmla="*/ 5980 w 5980"/>
              <a:gd name="p0y3" fmla="*/ 53 h 8445"/>
              <a:gd name="p0x4" fmla="*/ 5980 w 5980"/>
              <a:gd name="p0y4" fmla="*/ 120 h 8445"/>
              <a:gd name="p0x5" fmla="*/ 5980 w 5980"/>
              <a:gd name="p0y5" fmla="*/ 8325 h 8445"/>
              <a:gd name="p0x6" fmla="*/ 5980 w 5980"/>
              <a:gd name="p0y6" fmla="*/ 8391 h 8445"/>
              <a:gd name="p0x7" fmla="*/ 5926 w 5980"/>
              <a:gd name="p0y7" fmla="*/ 8445 h 8445"/>
              <a:gd name="p0x8" fmla="*/ 5860 w 5980"/>
              <a:gd name="p0y8" fmla="*/ 8445 h 8445"/>
              <a:gd name="p0x9" fmla="*/ 120 w 5980"/>
              <a:gd name="p0y9" fmla="*/ 8445 h 8445"/>
              <a:gd name="p0x10" fmla="*/ 53 w 5980"/>
              <a:gd name="p0y10" fmla="*/ 8445 h 8445"/>
              <a:gd name="p0x11" fmla="*/ 0 w 5980"/>
              <a:gd name="p0y11" fmla="*/ 8391 h 8445"/>
              <a:gd name="p0x12" fmla="*/ 0 w 5980"/>
              <a:gd name="p0y12" fmla="*/ 8325 h 8445"/>
              <a:gd name="p0x13" fmla="*/ 0 w 5980"/>
              <a:gd name="p0y13" fmla="*/ 120 h 8445"/>
              <a:gd name="p0x14" fmla="*/ 0 w 5980"/>
              <a:gd name="p0y14" fmla="*/ 53 h 8445"/>
              <a:gd name="p0x15" fmla="*/ 53 w 5980"/>
              <a:gd name="p0y15" fmla="*/ 0 h 8445"/>
              <a:gd name="p0x16" fmla="*/ 120 w 598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7936865" y="1228725"/>
            <a:ext cx="3558540" cy="580390"/>
            <a:chOff x="12499" y="1935"/>
            <a:chExt cx="5604" cy="914"/>
          </a:xfrm>
        </p:grpSpPr>
        <p:sp>
          <p:nvSpPr>
            <p:cNvPr id="8" name="任意多边形 7"/>
            <p:cNvSpPr/>
            <p:nvPr>
              <p:custDataLst>
                <p:tags r:id="rId3"/>
              </p:custDataLst>
            </p:nvPr>
          </p:nvSpPr>
          <p:spPr>
            <a:xfrm>
              <a:off x="12499" y="1935"/>
              <a:ext cx="5605" cy="915"/>
            </a:xfrm>
            <a:custGeom>
              <a:avLst/>
              <a:gdLst>
                <a:gd name="sw" fmla="*/ 1 w 5605"/>
                <a:gd name="sh" fmla="*/ 1 h 915"/>
                <a:gd name="mins" fmla="min sw sh"/>
                <a:gd name="dsw" fmla="+- 0 sw mins"/>
                <a:gd name="dsh" fmla="+- 0 sh mins"/>
                <a:gd name="p0x0" fmla="*/ 0 w 5605"/>
                <a:gd name="p0y0" fmla="*/ 0 h 915"/>
                <a:gd name="p0x1" fmla="*/ 5605 w 5605"/>
                <a:gd name="p0y1" fmla="*/ 0 h 915"/>
                <a:gd name="p0x2" fmla="*/ 5605 w 5605"/>
                <a:gd name="p0y2" fmla="*/ 915 h 915"/>
                <a:gd name="p0x3" fmla="*/ 0 w 5605"/>
                <a:gd name="p0y3" fmla="*/ 915 h 915"/>
                <a:gd name="p0x4" fmla="*/ 0 w 5605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2499" y="2835"/>
              <a:ext cx="5605" cy="15"/>
            </a:xfrm>
            <a:custGeom>
              <a:avLst/>
              <a:gdLst>
                <a:gd name="sw" fmla="*/ 1 w 5605"/>
                <a:gd name="sh" fmla="*/ 1 h 15"/>
                <a:gd name="mins" fmla="min sw sh"/>
                <a:gd name="dsw" fmla="+- 0 sw mins"/>
                <a:gd name="dsh" fmla="+- 0 sh mins"/>
                <a:gd name="p0x0" fmla="*/ 5605 w 5605"/>
                <a:gd name="p0y0" fmla="*/ 15 h 15"/>
                <a:gd name="p0x1" fmla="*/ 0 w 5605"/>
                <a:gd name="p0y1" fmla="*/ 15 h 15"/>
                <a:gd name="p0x2" fmla="*/ 0 w 5605"/>
                <a:gd name="p0y2" fmla="*/ 0 h 15"/>
                <a:gd name="p0x3" fmla="*/ 5605 w 5605"/>
                <a:gd name="p0y3" fmla="*/ 0 h 15"/>
                <a:gd name="p0x4" fmla="*/ 5605 w 5605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7936865" y="12287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83" t="-2083" r="-2083" b="-2083"/>
          <a:stretch>
            <a:fillRect/>
          </a:stretch>
        </p:blipFill>
        <p:spPr>
          <a:xfrm>
            <a:off x="8065135" y="1356995"/>
            <a:ext cx="238125" cy="23812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8546754" y="1293495"/>
            <a:ext cx="189897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累积叠轧工艺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936865" y="20097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8070504" y="1871663"/>
            <a:ext cx="342609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把材料反复擀平、切开、叠起、再擀，形成数量巨大的高平行度界面。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>
            <a:off x="7936865" y="263842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8070504" y="2500836"/>
            <a:ext cx="3426094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调整叠轧温度参数、反复优化单次压下量，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反复实验五次</a:t>
            </a:r>
            <a:r>
              <a:rPr lang="en-US"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后得到理想的多维平行界面。</a:t>
            </a:r>
            <a:endParaRPr lang="zh-CN" altLang="en-US"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4"/>
            </p:custDataLst>
          </p:nvPr>
        </p:nvSpPr>
        <p:spPr>
          <a:xfrm>
            <a:off x="7936865" y="35255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8070504" y="3387480"/>
            <a:ext cx="342609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有效屏蔽波段范围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远超</a:t>
            </a:r>
            <a:r>
              <a:rPr sz="1500">
                <a:solidFill>
                  <a:srgbClr val="E8EDF8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现有铜、铝、铁等金属基屏蔽结构材料。</a:t>
            </a:r>
            <a:endParaRPr sz="1500">
              <a:solidFill>
                <a:srgbClr val="E8EDF8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16"/>
            </p:custDataLst>
          </p:nvPr>
        </p:nvGraphicFramePr>
        <p:xfrm>
          <a:off x="7936865" y="3992880"/>
          <a:ext cx="3559444" cy="235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481"/>
                <a:gridCol w="1077963"/>
              </a:tblGrid>
              <a:tr h="969616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对比维度</a:t>
                      </a:r>
                      <a:endParaRPr sz="1800" b="1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6078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提升幅度</a:t>
                      </a:r>
                      <a:endParaRPr sz="1800" b="1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6078"/>
                      </a:schemeClr>
                    </a:solidFill>
                  </a:tcPr>
                </a:tc>
              </a:tr>
              <a:tr h="842962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屏蔽效能（对比国外先进镁基材料）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15%—25%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  <a:tr h="538162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E8EDF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重量降低</a:t>
                      </a:r>
                      <a:endParaRPr sz="1500" b="0">
                        <a:solidFill>
                          <a:srgbClr val="E8EDF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10196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" name="图片 4"/>
          <p:cNvPicPr/>
          <p:nvPr/>
        </p:nvPicPr>
        <p:blipFill>
          <a:blip r:embed="rId17"/>
          <a:stretch>
            <a:fillRect/>
          </a:stretch>
        </p:blipFill>
        <p:spPr>
          <a:xfrm>
            <a:off x="744855" y="1367155"/>
            <a:ext cx="6636385" cy="445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创新二三</a:t>
            </a:r>
            <a:r>
              <a:rPr lang="en-US" altLang="zh-CN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 </a:t>
            </a:r>
            <a:r>
              <a:rPr lang="zh-CN" altLang="en-US"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结构与工艺攻关</a:t>
            </a:r>
            <a:endParaRPr lang="zh-CN" altLang="en-US"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438775" cy="5362575"/>
          </a:xfrm>
          <a:custGeom>
            <a:avLst/>
            <a:gdLst>
              <a:gd name="sw" fmla="*/ 1 w 8565"/>
              <a:gd name="sh" fmla="*/ 1 h 8445"/>
              <a:gd name="mins" fmla="min sw sh"/>
              <a:gd name="dsw" fmla="+- 0 sw mins"/>
              <a:gd name="dsh" fmla="+- 0 sh mins"/>
              <a:gd name="p0x0" fmla="*/ 120 w 8565"/>
              <a:gd name="p0y0" fmla="*/ 0 h 8445"/>
              <a:gd name="p0x1" fmla="*/ 8445 w 8565"/>
              <a:gd name="p0y1" fmla="*/ 0 h 8445"/>
              <a:gd name="p0x2" fmla="*/ 8511 w 8565"/>
              <a:gd name="p0y2" fmla="*/ 0 h 8445"/>
              <a:gd name="p0x3" fmla="*/ 8565 w 8565"/>
              <a:gd name="p0y3" fmla="*/ 53 h 8445"/>
              <a:gd name="p0x4" fmla="*/ 8565 w 8565"/>
              <a:gd name="p0y4" fmla="*/ 120 h 8445"/>
              <a:gd name="p0x5" fmla="*/ 8565 w 8565"/>
              <a:gd name="p0y5" fmla="*/ 8325 h 8445"/>
              <a:gd name="p0x6" fmla="*/ 8565 w 8565"/>
              <a:gd name="p0y6" fmla="*/ 8391 h 8445"/>
              <a:gd name="p0x7" fmla="*/ 8511 w 8565"/>
              <a:gd name="p0y7" fmla="*/ 8445 h 8445"/>
              <a:gd name="p0x8" fmla="*/ 8445 w 8565"/>
              <a:gd name="p0y8" fmla="*/ 8445 h 8445"/>
              <a:gd name="p0x9" fmla="*/ 120 w 8565"/>
              <a:gd name="p0y9" fmla="*/ 8445 h 8445"/>
              <a:gd name="p0x10" fmla="*/ 53 w 8565"/>
              <a:gd name="p0y10" fmla="*/ 8445 h 8445"/>
              <a:gd name="p0x11" fmla="*/ 0 w 8565"/>
              <a:gd name="p0y11" fmla="*/ 8391 h 8445"/>
              <a:gd name="p0x12" fmla="*/ 0 w 8565"/>
              <a:gd name="p0y12" fmla="*/ 8325 h 8445"/>
              <a:gd name="p0x13" fmla="*/ 0 w 8565"/>
              <a:gd name="p0y13" fmla="*/ 120 h 8445"/>
              <a:gd name="p0x14" fmla="*/ 0 w 8565"/>
              <a:gd name="p0y14" fmla="*/ 53 h 8445"/>
              <a:gd name="p0x15" fmla="*/ 53 w 8565"/>
              <a:gd name="p0y15" fmla="*/ 0 h 8445"/>
              <a:gd name="p0x16" fmla="*/ 120 w 85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084fb23e-c2fc-11f1-9e18-d2ad3781fd25"/>
          <p:cNvPicPr/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209550" cy="20955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190625" y="1293495"/>
            <a:ext cx="380315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镁锂合金强塑性协同提升技术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771525" y="1762125"/>
            <a:ext cx="50482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771525" y="2635885"/>
            <a:ext cx="798195" cy="276225"/>
          </a:xfrm>
          <a:custGeom>
            <a:avLst/>
            <a:gdLst>
              <a:gd name="sw" fmla="*/ 1 w 1257"/>
              <a:gd name="sh" fmla="*/ 1 h 435"/>
              <a:gd name="mins" fmla="min sw sh"/>
              <a:gd name="dsw" fmla="+- 0 sw mins"/>
              <a:gd name="dsh" fmla="+- 0 sh mins"/>
              <a:gd name="p0x0" fmla="*/ 217 w 1257"/>
              <a:gd name="p0y0" fmla="*/ 0 h 435"/>
              <a:gd name="p0x1" fmla="*/ 1040 w 1257"/>
              <a:gd name="p0y1" fmla="*/ 0 h 435"/>
              <a:gd name="p0x2" fmla="*/ 1160 w 1257"/>
              <a:gd name="p0y2" fmla="*/ 0 h 435"/>
              <a:gd name="p0x3" fmla="*/ 1257 w 1257"/>
              <a:gd name="p0y3" fmla="*/ 97 h 435"/>
              <a:gd name="p0x4" fmla="*/ 1257 w 1257"/>
              <a:gd name="p0y4" fmla="*/ 217 h 435"/>
              <a:gd name="p0x5" fmla="*/ 1257 w 1257"/>
              <a:gd name="p0y5" fmla="*/ 337 h 435"/>
              <a:gd name="p0x6" fmla="*/ 1160 w 1257"/>
              <a:gd name="p0y6" fmla="*/ 435 h 435"/>
              <a:gd name="p0x7" fmla="*/ 1040 w 1257"/>
              <a:gd name="p0y7" fmla="*/ 435 h 435"/>
              <a:gd name="p0x8" fmla="*/ 217 w 1257"/>
              <a:gd name="p0y8" fmla="*/ 435 h 435"/>
              <a:gd name="p0x9" fmla="*/ 97 w 1257"/>
              <a:gd name="p0y9" fmla="*/ 435 h 435"/>
              <a:gd name="p0x10" fmla="*/ 0 w 1257"/>
              <a:gd name="p0y10" fmla="*/ 337 h 435"/>
              <a:gd name="p0x11" fmla="*/ 0 w 1257"/>
              <a:gd name="p0y11" fmla="*/ 217 h 435"/>
              <a:gd name="p0x12" fmla="*/ 0 w 1257"/>
              <a:gd name="p0y12" fmla="*/ 97 h 435"/>
              <a:gd name="p0x13" fmla="*/ 97 w 1257"/>
              <a:gd name="p0y13" fmla="*/ 0 h 435"/>
              <a:gd name="p0x14" fmla="*/ 217 w 125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847725" y="2674144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时间跨度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1684439" y="2607469"/>
            <a:ext cx="233176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月至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771525" y="3790950"/>
            <a:ext cx="1121410" cy="276225"/>
          </a:xfrm>
          <a:custGeom>
            <a:avLst/>
            <a:gdLst>
              <a:gd name="sw" fmla="*/ 1 w 1766"/>
              <a:gd name="sh" fmla="*/ 1 h 435"/>
              <a:gd name="mins" fmla="min sw sh"/>
              <a:gd name="dsw" fmla="+- 0 sw mins"/>
              <a:gd name="dsh" fmla="+- 0 sh mins"/>
              <a:gd name="p0x0" fmla="*/ 217 w 1766"/>
              <a:gd name="p0y0" fmla="*/ 0 h 435"/>
              <a:gd name="p0x1" fmla="*/ 1548 w 1766"/>
              <a:gd name="p0y1" fmla="*/ 0 h 435"/>
              <a:gd name="p0x2" fmla="*/ 1669 w 1766"/>
              <a:gd name="p0y2" fmla="*/ 0 h 435"/>
              <a:gd name="p0x3" fmla="*/ 1766 w 1766"/>
              <a:gd name="p0y3" fmla="*/ 97 h 435"/>
              <a:gd name="p0x4" fmla="*/ 1766 w 1766"/>
              <a:gd name="p0y4" fmla="*/ 217 h 435"/>
              <a:gd name="p0x5" fmla="*/ 1766 w 1766"/>
              <a:gd name="p0y5" fmla="*/ 337 h 435"/>
              <a:gd name="p0x6" fmla="*/ 1669 w 1766"/>
              <a:gd name="p0y6" fmla="*/ 435 h 435"/>
              <a:gd name="p0x7" fmla="*/ 1548 w 1766"/>
              <a:gd name="p0y7" fmla="*/ 435 h 435"/>
              <a:gd name="p0x8" fmla="*/ 217 w 1766"/>
              <a:gd name="p0y8" fmla="*/ 435 h 435"/>
              <a:gd name="p0x9" fmla="*/ 97 w 1766"/>
              <a:gd name="p0y9" fmla="*/ 435 h 435"/>
              <a:gd name="p0x10" fmla="*/ 0 w 1766"/>
              <a:gd name="p0y10" fmla="*/ 337 h 435"/>
              <a:gd name="p0x11" fmla="*/ 0 w 1766"/>
              <a:gd name="p0y11" fmla="*/ 217 h 435"/>
              <a:gd name="p0x12" fmla="*/ 0 w 1766"/>
              <a:gd name="p0y12" fmla="*/ 97 h 435"/>
              <a:gd name="p0x13" fmla="*/ 97 w 1766"/>
              <a:gd name="p0y13" fmla="*/ 0 h 435"/>
              <a:gd name="p0x14" fmla="*/ 217 w 1766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847725" y="3829050"/>
            <a:ext cx="112172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合金元素配比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007546" y="3762375"/>
            <a:ext cx="18236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种以上</a:t>
            </a: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优化成分</a:t>
            </a:r>
            <a:endParaRPr lang="zh-CN" altLang="en-US"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771525" y="493141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847725" y="4969669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机理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1361332" y="4917281"/>
            <a:ext cx="445844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纳米析出强化</a:t>
            </a:r>
            <a:r>
              <a:rPr 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剧烈塑性变形晶粒微细化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，实现强度与塑韧性协同提升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6176645" y="1109345"/>
            <a:ext cx="5438775" cy="5362575"/>
          </a:xfrm>
          <a:custGeom>
            <a:avLst/>
            <a:gdLst>
              <a:gd name="sw" fmla="*/ 1 w 8565"/>
              <a:gd name="sh" fmla="*/ 1 h 8445"/>
              <a:gd name="mins" fmla="min sw sh"/>
              <a:gd name="dsw" fmla="+- 0 sw mins"/>
              <a:gd name="dsh" fmla="+- 0 sh mins"/>
              <a:gd name="p0x0" fmla="*/ 120 w 8565"/>
              <a:gd name="p0y0" fmla="*/ 0 h 8445"/>
              <a:gd name="p0x1" fmla="*/ 8445 w 8565"/>
              <a:gd name="p0y1" fmla="*/ 0 h 8445"/>
              <a:gd name="p0x2" fmla="*/ 8511 w 8565"/>
              <a:gd name="p0y2" fmla="*/ 0 h 8445"/>
              <a:gd name="p0x3" fmla="*/ 8565 w 8565"/>
              <a:gd name="p0y3" fmla="*/ 53 h 8445"/>
              <a:gd name="p0x4" fmla="*/ 8565 w 8565"/>
              <a:gd name="p0y4" fmla="*/ 120 h 8445"/>
              <a:gd name="p0x5" fmla="*/ 8565 w 8565"/>
              <a:gd name="p0y5" fmla="*/ 8325 h 8445"/>
              <a:gd name="p0x6" fmla="*/ 8565 w 8565"/>
              <a:gd name="p0y6" fmla="*/ 8391 h 8445"/>
              <a:gd name="p0x7" fmla="*/ 8511 w 8565"/>
              <a:gd name="p0y7" fmla="*/ 8445 h 8445"/>
              <a:gd name="p0x8" fmla="*/ 8445 w 8565"/>
              <a:gd name="p0y8" fmla="*/ 8445 h 8445"/>
              <a:gd name="p0x9" fmla="*/ 120 w 8565"/>
              <a:gd name="p0y9" fmla="*/ 8445 h 8445"/>
              <a:gd name="p0x10" fmla="*/ 53 w 8565"/>
              <a:gd name="p0y10" fmla="*/ 8445 h 8445"/>
              <a:gd name="p0x11" fmla="*/ 0 w 8565"/>
              <a:gd name="p0y11" fmla="*/ 8391 h 8445"/>
              <a:gd name="p0x12" fmla="*/ 0 w 8565"/>
              <a:gd name="p0y12" fmla="*/ 8325 h 8445"/>
              <a:gd name="p0x13" fmla="*/ 0 w 8565"/>
              <a:gd name="p0y13" fmla="*/ 120 h 8445"/>
              <a:gd name="p0x14" fmla="*/ 0 w 8565"/>
              <a:gd name="p0y14" fmla="*/ 53 h 8445"/>
              <a:gd name="p0x15" fmla="*/ 53 w 8565"/>
              <a:gd name="p0y15" fmla="*/ 0 h 8445"/>
              <a:gd name="p0x16" fmla="*/ 120 w 85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9"/>
            </p:custDataLst>
          </p:nvPr>
        </p:nvSpPr>
        <p:spPr>
          <a:xfrm>
            <a:off x="63722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084fb38e-c2fc-11f1-9e18-d2ad3781fd25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6438900" y="1371600"/>
            <a:ext cx="209550" cy="20955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6791325" y="1293495"/>
            <a:ext cx="407521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纳米碳基镁锂合金固态复合工艺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24"/>
            </p:custDataLst>
          </p:nvPr>
        </p:nvSpPr>
        <p:spPr>
          <a:xfrm>
            <a:off x="6372225" y="1762125"/>
            <a:ext cx="50482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5"/>
            </p:custDataLst>
          </p:nvPr>
        </p:nvSpPr>
        <p:spPr>
          <a:xfrm>
            <a:off x="6372225" y="2635885"/>
            <a:ext cx="636905" cy="276225"/>
          </a:xfrm>
          <a:custGeom>
            <a:avLst/>
            <a:gdLst>
              <a:gd name="sw" fmla="*/ 1 w 1003"/>
              <a:gd name="sh" fmla="*/ 1 h 435"/>
              <a:gd name="mins" fmla="min sw sh"/>
              <a:gd name="dsw" fmla="+- 0 sw mins"/>
              <a:gd name="dsh" fmla="+- 0 sh mins"/>
              <a:gd name="p0x0" fmla="*/ 217 w 1003"/>
              <a:gd name="p0y0" fmla="*/ 0 h 435"/>
              <a:gd name="p0x1" fmla="*/ 785 w 1003"/>
              <a:gd name="p0y1" fmla="*/ 0 h 435"/>
              <a:gd name="p0x2" fmla="*/ 905 w 1003"/>
              <a:gd name="p0y2" fmla="*/ 0 h 435"/>
              <a:gd name="p0x3" fmla="*/ 1003 w 1003"/>
              <a:gd name="p0y3" fmla="*/ 97 h 435"/>
              <a:gd name="p0x4" fmla="*/ 1003 w 1003"/>
              <a:gd name="p0y4" fmla="*/ 217 h 435"/>
              <a:gd name="p0x5" fmla="*/ 1003 w 1003"/>
              <a:gd name="p0y5" fmla="*/ 337 h 435"/>
              <a:gd name="p0x6" fmla="*/ 905 w 1003"/>
              <a:gd name="p0y6" fmla="*/ 435 h 435"/>
              <a:gd name="p0x7" fmla="*/ 785 w 1003"/>
              <a:gd name="p0y7" fmla="*/ 435 h 435"/>
              <a:gd name="p0x8" fmla="*/ 217 w 1003"/>
              <a:gd name="p0y8" fmla="*/ 435 h 435"/>
              <a:gd name="p0x9" fmla="*/ 97 w 1003"/>
              <a:gd name="p0y9" fmla="*/ 435 h 435"/>
              <a:gd name="p0x10" fmla="*/ 0 w 1003"/>
              <a:gd name="p0y10" fmla="*/ 337 h 435"/>
              <a:gd name="p0x11" fmla="*/ 0 w 1003"/>
              <a:gd name="p0y11" fmla="*/ 217 h 435"/>
              <a:gd name="p0x12" fmla="*/ 0 w 1003"/>
              <a:gd name="p0y12" fmla="*/ 97 h 435"/>
              <a:gd name="p0x13" fmla="*/ 97 w 1003"/>
              <a:gd name="p0y13" fmla="*/ 0 h 435"/>
              <a:gd name="p0x14" fmla="*/ 217 w 100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6448425" y="2674144"/>
            <a:ext cx="63706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增强体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7123585" y="2607469"/>
            <a:ext cx="3810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多壁碳纳米管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：抗变形、高导电性、低密度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6372225" y="379095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6448425" y="3829050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工艺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6962032" y="3762375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电泳沉积工艺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，紧密结合均匀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6372225" y="4931410"/>
            <a:ext cx="474980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6448425" y="4969669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成果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6962032" y="4917281"/>
            <a:ext cx="445844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多功能镁锂基复合材料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，制备出超薄镁锂基电磁屏蔽箔片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学术成果结出累累硕果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5920740" cy="536257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120 w 9324"/>
              <a:gd name="p0y0" fmla="*/ 0 h 8445"/>
              <a:gd name="p0x1" fmla="*/ 9204 w 9324"/>
              <a:gd name="p0y1" fmla="*/ 0 h 8445"/>
              <a:gd name="p0x2" fmla="*/ 9270 w 9324"/>
              <a:gd name="p0y2" fmla="*/ 0 h 8445"/>
              <a:gd name="p0x3" fmla="*/ 9324 w 9324"/>
              <a:gd name="p0y3" fmla="*/ 53 h 8445"/>
              <a:gd name="p0x4" fmla="*/ 9324 w 9324"/>
              <a:gd name="p0y4" fmla="*/ 120 h 8445"/>
              <a:gd name="p0x5" fmla="*/ 9324 w 9324"/>
              <a:gd name="p0y5" fmla="*/ 8325 h 8445"/>
              <a:gd name="p0x6" fmla="*/ 9324 w 9324"/>
              <a:gd name="p0y6" fmla="*/ 8391 h 8445"/>
              <a:gd name="p0x7" fmla="*/ 9270 w 9324"/>
              <a:gd name="p0y7" fmla="*/ 8445 h 8445"/>
              <a:gd name="p0x8" fmla="*/ 9204 w 9324"/>
              <a:gd name="p0y8" fmla="*/ 8445 h 8445"/>
              <a:gd name="p0x9" fmla="*/ 120 w 9324"/>
              <a:gd name="p0y9" fmla="*/ 8445 h 8445"/>
              <a:gd name="p0x10" fmla="*/ 53 w 9324"/>
              <a:gd name="p0y10" fmla="*/ 8445 h 8445"/>
              <a:gd name="p0x11" fmla="*/ 0 w 9324"/>
              <a:gd name="p0y11" fmla="*/ 8391 h 8445"/>
              <a:gd name="p0x12" fmla="*/ 0 w 9324"/>
              <a:gd name="p0y12" fmla="*/ 8325 h 8445"/>
              <a:gd name="p0x13" fmla="*/ 0 w 9324"/>
              <a:gd name="p0y13" fmla="*/ 120 h 8445"/>
              <a:gd name="p0x14" fmla="*/ 0 w 9324"/>
              <a:gd name="p0y14" fmla="*/ 53 h 8445"/>
              <a:gd name="p0x15" fmla="*/ 53 w 9324"/>
              <a:gd name="p0y15" fmla="*/ 0 h 8445"/>
              <a:gd name="p0x16" fmla="*/ 12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1" name="组合 70"/>
          <p:cNvGrpSpPr/>
          <p:nvPr/>
        </p:nvGrpSpPr>
        <p:grpSpPr>
          <a:xfrm>
            <a:off x="771525" y="1304925"/>
            <a:ext cx="5529580" cy="466090"/>
            <a:chOff x="1215" y="2055"/>
            <a:chExt cx="8708" cy="734"/>
          </a:xfrm>
        </p:grpSpPr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1215" y="2055"/>
              <a:ext cx="8709" cy="735"/>
            </a:xfrm>
            <a:custGeom>
              <a:avLst/>
              <a:gdLst>
                <a:gd name="sw" fmla="*/ 1 w 8709"/>
                <a:gd name="sh" fmla="*/ 1 h 735"/>
                <a:gd name="mins" fmla="min sw sh"/>
                <a:gd name="dsw" fmla="+- 0 sw mins"/>
                <a:gd name="dsh" fmla="+- 0 sh mins"/>
                <a:gd name="p0x0" fmla="*/ 0 w 8709"/>
                <a:gd name="p0y0" fmla="*/ 0 h 735"/>
                <a:gd name="p0x1" fmla="*/ 8709 w 8709"/>
                <a:gd name="p0y1" fmla="*/ 0 h 735"/>
                <a:gd name="p0x2" fmla="*/ 8709 w 8709"/>
                <a:gd name="p0y2" fmla="*/ 735 h 735"/>
                <a:gd name="p0x3" fmla="*/ 0 w 8709"/>
                <a:gd name="p0y3" fmla="*/ 735 h 735"/>
                <a:gd name="p0x4" fmla="*/ 0 w 870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1215" y="2775"/>
              <a:ext cx="8709" cy="15"/>
            </a:xfrm>
            <a:custGeom>
              <a:avLst/>
              <a:gdLst>
                <a:gd name="sw" fmla="*/ 1 w 8709"/>
                <a:gd name="sh" fmla="*/ 1 h 15"/>
                <a:gd name="mins" fmla="min sw sh"/>
                <a:gd name="dsw" fmla="+- 0 sw mins"/>
                <a:gd name="dsh" fmla="+- 0 sh mins"/>
                <a:gd name="p0x0" fmla="*/ 8709 w 8709"/>
                <a:gd name="p0y0" fmla="*/ 15 h 15"/>
                <a:gd name="p0x1" fmla="*/ 0 w 8709"/>
                <a:gd name="p0y1" fmla="*/ 15 h 15"/>
                <a:gd name="p0x2" fmla="*/ 0 w 8709"/>
                <a:gd name="p0y2" fmla="*/ 0 h 15"/>
                <a:gd name="p0x3" fmla="*/ 8709 w 8709"/>
                <a:gd name="p0y3" fmla="*/ 0 h 15"/>
                <a:gd name="p0x4" fmla="*/ 8709 w 870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1525" y="1304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086cb851-c2fc-11f1-bb8f-8e436021541d"/>
          <p:cNvPicPr/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209550" cy="20955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228725" y="1293495"/>
            <a:ext cx="244301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五类成果数量对比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>
            <a:off x="2268855" y="612457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tx2">
              <a:lumMod val="6961"/>
              <a:lumOff val="93039"/>
              <a:alpha val="7215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2421360" y="6048375"/>
            <a:ext cx="255433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E8EDF8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发文与知识产权成果总计</a:t>
            </a:r>
            <a:r>
              <a:rPr lang="en-US" altLang="zh-CN" sz="1350">
                <a:solidFill>
                  <a:srgbClr val="E8EDF8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altLang="en-US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771525" y="1885950"/>
          <a:ext cx="5534025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6772910" y="1109345"/>
            <a:ext cx="4842510" cy="5362575"/>
          </a:xfrm>
          <a:custGeom>
            <a:avLst/>
            <a:gdLst>
              <a:gd name="sw" fmla="*/ 1 w 7625"/>
              <a:gd name="sh" fmla="*/ 1 h 8445"/>
              <a:gd name="mins" fmla="min sw sh"/>
              <a:gd name="dsw" fmla="+- 0 sw mins"/>
              <a:gd name="dsh" fmla="+- 0 sh mins"/>
              <a:gd name="p0x0" fmla="*/ 120 w 7625"/>
              <a:gd name="p0y0" fmla="*/ 0 h 8445"/>
              <a:gd name="p0x1" fmla="*/ 7505 w 7625"/>
              <a:gd name="p0y1" fmla="*/ 0 h 8445"/>
              <a:gd name="p0x2" fmla="*/ 7572 w 7625"/>
              <a:gd name="p0y2" fmla="*/ 0 h 8445"/>
              <a:gd name="p0x3" fmla="*/ 7625 w 7625"/>
              <a:gd name="p0y3" fmla="*/ 53 h 8445"/>
              <a:gd name="p0x4" fmla="*/ 7625 w 7625"/>
              <a:gd name="p0y4" fmla="*/ 120 h 8445"/>
              <a:gd name="p0x5" fmla="*/ 7625 w 7625"/>
              <a:gd name="p0y5" fmla="*/ 8325 h 8445"/>
              <a:gd name="p0x6" fmla="*/ 7625 w 7625"/>
              <a:gd name="p0y6" fmla="*/ 8391 h 8445"/>
              <a:gd name="p0x7" fmla="*/ 7572 w 7625"/>
              <a:gd name="p0y7" fmla="*/ 8445 h 8445"/>
              <a:gd name="p0x8" fmla="*/ 7505 w 7625"/>
              <a:gd name="p0y8" fmla="*/ 8445 h 8445"/>
              <a:gd name="p0x9" fmla="*/ 120 w 7625"/>
              <a:gd name="p0y9" fmla="*/ 8445 h 8445"/>
              <a:gd name="p0x10" fmla="*/ 53 w 7625"/>
              <a:gd name="p0y10" fmla="*/ 8445 h 8445"/>
              <a:gd name="p0x11" fmla="*/ 0 w 7625"/>
              <a:gd name="p0y11" fmla="*/ 8391 h 8445"/>
              <a:gd name="p0x12" fmla="*/ 0 w 7625"/>
              <a:gd name="p0y12" fmla="*/ 8325 h 8445"/>
              <a:gd name="p0x13" fmla="*/ 0 w 7625"/>
              <a:gd name="p0y13" fmla="*/ 120 h 8445"/>
              <a:gd name="p0x14" fmla="*/ 0 w 7625"/>
              <a:gd name="p0y14" fmla="*/ 53 h 8445"/>
              <a:gd name="p0x15" fmla="*/ 53 w 7625"/>
              <a:gd name="p0y15" fmla="*/ 0 h 8445"/>
              <a:gd name="p0x16" fmla="*/ 120 w 76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6968490" y="1304925"/>
            <a:ext cx="4451350" cy="466090"/>
            <a:chOff x="10974" y="2055"/>
            <a:chExt cx="7010" cy="734"/>
          </a:xfrm>
        </p:grpSpPr>
        <p:sp>
          <p:nvSpPr>
            <p:cNvPr id="18" name="任意多边形 17"/>
            <p:cNvSpPr/>
            <p:nvPr>
              <p:custDataLst>
                <p:tags r:id="rId14"/>
              </p:custDataLst>
            </p:nvPr>
          </p:nvSpPr>
          <p:spPr>
            <a:xfrm>
              <a:off x="10974" y="2055"/>
              <a:ext cx="7011" cy="735"/>
            </a:xfrm>
            <a:custGeom>
              <a:avLst/>
              <a:gdLst>
                <a:gd name="sw" fmla="*/ 1 w 7010"/>
                <a:gd name="sh" fmla="*/ 1 h 735"/>
                <a:gd name="mins" fmla="min sw sh"/>
                <a:gd name="dsw" fmla="+- 0 sw mins"/>
                <a:gd name="dsh" fmla="+- 0 sh mins"/>
                <a:gd name="p0x0" fmla="*/ 0 w 7010"/>
                <a:gd name="p0y0" fmla="*/ 0 h 735"/>
                <a:gd name="p0x1" fmla="*/ 7010 w 7010"/>
                <a:gd name="p0y1" fmla="*/ 0 h 735"/>
                <a:gd name="p0x2" fmla="*/ 7010 w 7010"/>
                <a:gd name="p0y2" fmla="*/ 735 h 735"/>
                <a:gd name="p0x3" fmla="*/ 0 w 7010"/>
                <a:gd name="p0y3" fmla="*/ 735 h 735"/>
                <a:gd name="p0x4" fmla="*/ 0 w 70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5"/>
              </p:custDataLst>
            </p:nvPr>
          </p:nvSpPr>
          <p:spPr>
            <a:xfrm>
              <a:off x="10974" y="2775"/>
              <a:ext cx="7011" cy="15"/>
            </a:xfrm>
            <a:custGeom>
              <a:avLst/>
              <a:gdLst>
                <a:gd name="sw" fmla="*/ 1 w 7010"/>
                <a:gd name="sh" fmla="*/ 1 h 15"/>
                <a:gd name="mins" fmla="min sw sh"/>
                <a:gd name="dsw" fmla="+- 0 sw mins"/>
                <a:gd name="dsh" fmla="+- 0 sh mins"/>
                <a:gd name="p0x0" fmla="*/ 7010 w 7010"/>
                <a:gd name="p0y0" fmla="*/ 15 h 15"/>
                <a:gd name="p0x1" fmla="*/ 0 w 7010"/>
                <a:gd name="p0y1" fmla="*/ 15 h 15"/>
                <a:gd name="p0x2" fmla="*/ 0 w 7010"/>
                <a:gd name="p0y2" fmla="*/ 0 h 15"/>
                <a:gd name="p0x3" fmla="*/ 7010 w 7010"/>
                <a:gd name="p0y3" fmla="*/ 0 h 15"/>
                <a:gd name="p0x4" fmla="*/ 7010 w 7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16"/>
            </p:custDataLst>
          </p:nvPr>
        </p:nvSpPr>
        <p:spPr>
          <a:xfrm>
            <a:off x="6972935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5383" r="-5383"/>
          <a:stretch>
            <a:fillRect/>
          </a:stretch>
        </p:blipFill>
        <p:spPr>
          <a:xfrm>
            <a:off x="7046595" y="1366520"/>
            <a:ext cx="186055" cy="2146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7425709" y="1293495"/>
            <a:ext cx="33357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成果明细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10880090" y="1333500"/>
            <a:ext cx="535305" cy="285750"/>
          </a:xfrm>
          <a:custGeom>
            <a:avLst/>
            <a:gdLst>
              <a:gd name="sw" fmla="*/ 1 w 842"/>
              <a:gd name="sh" fmla="*/ 1 h 450"/>
              <a:gd name="mins" fmla="min sw sh"/>
              <a:gd name="dsw" fmla="+- 0 sw mins"/>
              <a:gd name="dsh" fmla="+- 0 sh mins"/>
              <a:gd name="p0x0" fmla="*/ 225 w 842"/>
              <a:gd name="p0y0" fmla="*/ 0 h 450"/>
              <a:gd name="p0x1" fmla="*/ 617 w 842"/>
              <a:gd name="p0y1" fmla="*/ 0 h 450"/>
              <a:gd name="p0x2" fmla="*/ 742 w 842"/>
              <a:gd name="p0y2" fmla="*/ 0 h 450"/>
              <a:gd name="p0x3" fmla="*/ 842 w 842"/>
              <a:gd name="p0y3" fmla="*/ 100 h 450"/>
              <a:gd name="p0x4" fmla="*/ 842 w 842"/>
              <a:gd name="p0y4" fmla="*/ 225 h 450"/>
              <a:gd name="p0x5" fmla="*/ 842 w 842"/>
              <a:gd name="p0y5" fmla="*/ 349 h 450"/>
              <a:gd name="p0x6" fmla="*/ 742 w 842"/>
              <a:gd name="p0y6" fmla="*/ 450 h 450"/>
              <a:gd name="p0x7" fmla="*/ 617 w 842"/>
              <a:gd name="p0y7" fmla="*/ 450 h 450"/>
              <a:gd name="p0x8" fmla="*/ 225 w 842"/>
              <a:gd name="p0y8" fmla="*/ 450 h 450"/>
              <a:gd name="p0x9" fmla="*/ 100 w 842"/>
              <a:gd name="p0y9" fmla="*/ 450 h 450"/>
              <a:gd name="p0x10" fmla="*/ 0 w 842"/>
              <a:gd name="p0y10" fmla="*/ 349 h 450"/>
              <a:gd name="p0x11" fmla="*/ 0 w 842"/>
              <a:gd name="p0y11" fmla="*/ 225 h 450"/>
              <a:gd name="p0x12" fmla="*/ 0 w 842"/>
              <a:gd name="p0y12" fmla="*/ 100 h 450"/>
              <a:gd name="p0x13" fmla="*/ 100 w 842"/>
              <a:gd name="p0y13" fmla="*/ 0 h 450"/>
              <a:gd name="p0x14" fmla="*/ 225 w 84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10999594" y="1376363"/>
            <a:ext cx="4494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41430"/>
                    <a:lumOff val="5857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sz="1200" b="1">
                <a:solidFill>
                  <a:schemeClr val="accent1">
                    <a:lumMod val="41430"/>
                    <a:lumOff val="5857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200" b="1">
              <a:solidFill>
                <a:schemeClr val="accent1">
                  <a:lumMod val="41430"/>
                  <a:lumOff val="5857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6968490" y="1888490"/>
            <a:ext cx="4451350" cy="704850"/>
            <a:chOff x="10974" y="2974"/>
            <a:chExt cx="7010" cy="1110"/>
          </a:xfrm>
        </p:grpSpPr>
        <p:sp>
          <p:nvSpPr>
            <p:cNvPr id="27" name="任意多边形 26"/>
            <p:cNvSpPr/>
            <p:nvPr>
              <p:custDataLst>
                <p:tags r:id="rId23"/>
              </p:custDataLst>
            </p:nvPr>
          </p:nvSpPr>
          <p:spPr>
            <a:xfrm>
              <a:off x="10974" y="297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4"/>
              </p:custDataLst>
            </p:nvPr>
          </p:nvSpPr>
          <p:spPr>
            <a:xfrm>
              <a:off x="11011" y="2974"/>
              <a:ext cx="6956" cy="29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5"/>
              </p:custDataLst>
            </p:nvPr>
          </p:nvSpPr>
          <p:spPr>
            <a:xfrm>
              <a:off x="17956" y="299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>
              <p:custDataLst>
                <p:tags r:id="rId26"/>
              </p:custDataLst>
            </p:nvPr>
          </p:nvSpPr>
          <p:spPr>
            <a:xfrm>
              <a:off x="11011" y="405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7"/>
              </p:custDataLst>
            </p:nvPr>
          </p:nvSpPr>
          <p:spPr>
            <a:xfrm>
              <a:off x="10974" y="297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7111384" y="1921459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</a:t>
            </a:r>
            <a:r>
              <a:rPr lang="zh-CN"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lang="zh-CN"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9"/>
            </p:custDataLst>
          </p:nvPr>
        </p:nvSpPr>
        <p:spPr>
          <a:xfrm>
            <a:off x="7111384" y="2227212"/>
            <a:ext cx="41852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，含</a:t>
            </a: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r>
              <a:rPr sz="15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学生第一作者</a:t>
            </a:r>
            <a:endParaRPr sz="15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6968490" y="2672715"/>
            <a:ext cx="4451350" cy="704850"/>
            <a:chOff x="10974" y="4209"/>
            <a:chExt cx="7010" cy="1110"/>
          </a:xfrm>
        </p:grpSpPr>
        <p:sp>
          <p:nvSpPr>
            <p:cNvPr id="35" name="任意多边形 34"/>
            <p:cNvSpPr/>
            <p:nvPr>
              <p:custDataLst>
                <p:tags r:id="rId30"/>
              </p:custDataLst>
            </p:nvPr>
          </p:nvSpPr>
          <p:spPr>
            <a:xfrm>
              <a:off x="10974" y="4209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31"/>
              </p:custDataLst>
            </p:nvPr>
          </p:nvSpPr>
          <p:spPr>
            <a:xfrm>
              <a:off x="11011" y="4209"/>
              <a:ext cx="6956" cy="29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2"/>
              </p:custDataLst>
            </p:nvPr>
          </p:nvSpPr>
          <p:spPr>
            <a:xfrm>
              <a:off x="17956" y="4227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3"/>
              </p:custDataLst>
            </p:nvPr>
          </p:nvSpPr>
          <p:spPr>
            <a:xfrm>
              <a:off x="11011" y="5291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4"/>
              </p:custDataLst>
            </p:nvPr>
          </p:nvSpPr>
          <p:spPr>
            <a:xfrm>
              <a:off x="10974" y="4214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7111384" y="2705633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北大核心论文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7111384" y="3011386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6968490" y="3456940"/>
            <a:ext cx="4451350" cy="704850"/>
            <a:chOff x="10974" y="5444"/>
            <a:chExt cx="7010" cy="1110"/>
          </a:xfrm>
        </p:grpSpPr>
        <p:sp>
          <p:nvSpPr>
            <p:cNvPr id="43" name="任意多边形 42"/>
            <p:cNvSpPr/>
            <p:nvPr>
              <p:custDataLst>
                <p:tags r:id="rId37"/>
              </p:custDataLst>
            </p:nvPr>
          </p:nvSpPr>
          <p:spPr>
            <a:xfrm>
              <a:off x="10974" y="544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38"/>
              </p:custDataLst>
            </p:nvPr>
          </p:nvSpPr>
          <p:spPr>
            <a:xfrm>
              <a:off x="11011" y="5444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39"/>
              </p:custDataLst>
            </p:nvPr>
          </p:nvSpPr>
          <p:spPr>
            <a:xfrm>
              <a:off x="17956" y="546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>
              <p:custDataLst>
                <p:tags r:id="rId40"/>
              </p:custDataLst>
            </p:nvPr>
          </p:nvSpPr>
          <p:spPr>
            <a:xfrm>
              <a:off x="11011" y="652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1"/>
              </p:custDataLst>
            </p:nvPr>
          </p:nvSpPr>
          <p:spPr>
            <a:xfrm>
              <a:off x="10974" y="544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>
            <p:custDataLst>
              <p:tags r:id="rId42"/>
            </p:custDataLst>
          </p:nvPr>
        </p:nvSpPr>
        <p:spPr>
          <a:xfrm>
            <a:off x="7111384" y="3489808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授权发明专利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3"/>
            </p:custDataLst>
          </p:nvPr>
        </p:nvSpPr>
        <p:spPr>
          <a:xfrm>
            <a:off x="7111384" y="3795560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968490" y="4241165"/>
            <a:ext cx="4451350" cy="704850"/>
            <a:chOff x="10974" y="6679"/>
            <a:chExt cx="7010" cy="1110"/>
          </a:xfrm>
        </p:grpSpPr>
        <p:sp>
          <p:nvSpPr>
            <p:cNvPr id="51" name="任意多边形 50"/>
            <p:cNvSpPr/>
            <p:nvPr>
              <p:custDataLst>
                <p:tags r:id="rId44"/>
              </p:custDataLst>
            </p:nvPr>
          </p:nvSpPr>
          <p:spPr>
            <a:xfrm>
              <a:off x="10974" y="6679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>
              <p:custDataLst>
                <p:tags r:id="rId45"/>
              </p:custDataLst>
            </p:nvPr>
          </p:nvSpPr>
          <p:spPr>
            <a:xfrm>
              <a:off x="11011" y="6679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46"/>
              </p:custDataLst>
            </p:nvPr>
          </p:nvSpPr>
          <p:spPr>
            <a:xfrm>
              <a:off x="17956" y="6697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47"/>
              </p:custDataLst>
            </p:nvPr>
          </p:nvSpPr>
          <p:spPr>
            <a:xfrm>
              <a:off x="11011" y="7761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>
              <p:custDataLst>
                <p:tags r:id="rId48"/>
              </p:custDataLst>
            </p:nvPr>
          </p:nvSpPr>
          <p:spPr>
            <a:xfrm>
              <a:off x="10974" y="6684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7" name="文本框 56"/>
          <p:cNvSpPr txBox="1"/>
          <p:nvPr>
            <p:custDataLst>
              <p:tags r:id="rId49"/>
            </p:custDataLst>
          </p:nvPr>
        </p:nvSpPr>
        <p:spPr>
          <a:xfrm>
            <a:off x="7111384" y="4273991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实用新型专利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0"/>
            </p:custDataLst>
          </p:nvPr>
        </p:nvSpPr>
        <p:spPr>
          <a:xfrm>
            <a:off x="7111384" y="4579744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6968490" y="5025390"/>
            <a:ext cx="4451350" cy="704850"/>
            <a:chOff x="10974" y="7914"/>
            <a:chExt cx="7010" cy="1110"/>
          </a:xfrm>
        </p:grpSpPr>
        <p:sp>
          <p:nvSpPr>
            <p:cNvPr id="59" name="任意多边形 58"/>
            <p:cNvSpPr/>
            <p:nvPr>
              <p:custDataLst>
                <p:tags r:id="rId51"/>
              </p:custDataLst>
            </p:nvPr>
          </p:nvSpPr>
          <p:spPr>
            <a:xfrm>
              <a:off x="10974" y="7914"/>
              <a:ext cx="7011" cy="1110"/>
            </a:xfrm>
            <a:custGeom>
              <a:avLst/>
              <a:gdLst>
                <a:gd name="sw" fmla="*/ 1 w 7010"/>
                <a:gd name="sh" fmla="*/ 1 h 1110"/>
                <a:gd name="mins" fmla="min sw sh"/>
                <a:gd name="dsw" fmla="+- 0 sw mins"/>
                <a:gd name="dsh" fmla="+- 0 sh mins"/>
                <a:gd name="p0x0" fmla="*/ 60 w 7010"/>
                <a:gd name="p0y0" fmla="*/ 0 h 1110"/>
                <a:gd name="p0x1" fmla="*/ 6950 w 7010"/>
                <a:gd name="p0y1" fmla="*/ 0 h 1110"/>
                <a:gd name="p0x2" fmla="*/ 6984 w 7010"/>
                <a:gd name="p0y2" fmla="*/ 0 h 1110"/>
                <a:gd name="p0x3" fmla="*/ 7010 w 7010"/>
                <a:gd name="p0y3" fmla="*/ 26 h 1110"/>
                <a:gd name="p0x4" fmla="*/ 7010 w 7010"/>
                <a:gd name="p0y4" fmla="*/ 60 h 1110"/>
                <a:gd name="p0x5" fmla="*/ 7010 w 7010"/>
                <a:gd name="p0y5" fmla="*/ 1050 h 1110"/>
                <a:gd name="p0x6" fmla="*/ 7010 w 7010"/>
                <a:gd name="p0y6" fmla="*/ 1083 h 1110"/>
                <a:gd name="p0x7" fmla="*/ 6984 w 7010"/>
                <a:gd name="p0y7" fmla="*/ 1110 h 1110"/>
                <a:gd name="p0x8" fmla="*/ 6950 w 7010"/>
                <a:gd name="p0y8" fmla="*/ 1110 h 1110"/>
                <a:gd name="p0x9" fmla="*/ 60 w 7010"/>
                <a:gd name="p0y9" fmla="*/ 1110 h 1110"/>
                <a:gd name="p0x10" fmla="*/ 26 w 7010"/>
                <a:gd name="p0y10" fmla="*/ 1110 h 1110"/>
                <a:gd name="p0x11" fmla="*/ 0 w 7010"/>
                <a:gd name="p0y11" fmla="*/ 1083 h 1110"/>
                <a:gd name="p0x12" fmla="*/ 0 w 7010"/>
                <a:gd name="p0y12" fmla="*/ 1050 h 1110"/>
                <a:gd name="p0x13" fmla="*/ 0 w 7010"/>
                <a:gd name="p0y13" fmla="*/ 60 h 1110"/>
                <a:gd name="p0x14" fmla="*/ 0 w 7010"/>
                <a:gd name="p0y14" fmla="*/ 26 h 1110"/>
                <a:gd name="p0x15" fmla="*/ 26 w 7010"/>
                <a:gd name="p0y15" fmla="*/ 0 h 1110"/>
                <a:gd name="p0x16" fmla="*/ 60 w 70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>
              <p:custDataLst>
                <p:tags r:id="rId52"/>
              </p:custDataLst>
            </p:nvPr>
          </p:nvSpPr>
          <p:spPr>
            <a:xfrm>
              <a:off x="11011" y="7914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22 w 6956"/>
                <a:gd name="p0y0" fmla="*/ 0 h 28"/>
                <a:gd name="p0x1" fmla="*/ 6913 w 6956"/>
                <a:gd name="p0y1" fmla="*/ 0 h 28"/>
                <a:gd name="p0x2" fmla="*/ 6930 w 6956"/>
                <a:gd name="p0y2" fmla="*/ 0 h 28"/>
                <a:gd name="p0x3" fmla="*/ 6945 w 6956"/>
                <a:gd name="p0y3" fmla="*/ 6 h 28"/>
                <a:gd name="p0x4" fmla="*/ 6956 w 6956"/>
                <a:gd name="p0y4" fmla="*/ 17 h 28"/>
                <a:gd name="p0x5" fmla="*/ 6945 w 6956"/>
                <a:gd name="p0y5" fmla="*/ 28 h 28"/>
                <a:gd name="p0x6" fmla="*/ 6937 w 6956"/>
                <a:gd name="p0y6" fmla="*/ 20 h 28"/>
                <a:gd name="p0x7" fmla="*/ 6926 w 6956"/>
                <a:gd name="p0y7" fmla="*/ 15 h 28"/>
                <a:gd name="p0x8" fmla="*/ 6913 w 6956"/>
                <a:gd name="p0y8" fmla="*/ 15 h 28"/>
                <a:gd name="p0x9" fmla="*/ 22 w 6956"/>
                <a:gd name="p0y9" fmla="*/ 15 h 28"/>
                <a:gd name="p0x10" fmla="*/ 20 w 6956"/>
                <a:gd name="p0y10" fmla="*/ 15 h 28"/>
                <a:gd name="p0x11" fmla="*/ 19 w 6956"/>
                <a:gd name="p0y11" fmla="*/ 16 h 28"/>
                <a:gd name="p0x12" fmla="*/ 17 w 6956"/>
                <a:gd name="p0y12" fmla="*/ 18 h 28"/>
                <a:gd name="p0x13" fmla="*/ 0 w 6956"/>
                <a:gd name="p0y13" fmla="*/ 4 h 28"/>
                <a:gd name="p0x14" fmla="*/ 0 w 6956"/>
                <a:gd name="p0y14" fmla="*/ 4 h 28"/>
                <a:gd name="p0x15" fmla="*/ 7 w 6956"/>
                <a:gd name="p0y15" fmla="*/ 1 h 28"/>
                <a:gd name="p0x16" fmla="*/ 14 w 6956"/>
                <a:gd name="p0y16" fmla="*/ 0 h 28"/>
                <a:gd name="p0x17" fmla="*/ 22 w 6956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>
              <p:custDataLst>
                <p:tags r:id="rId53"/>
              </p:custDataLst>
            </p:nvPr>
          </p:nvSpPr>
          <p:spPr>
            <a:xfrm>
              <a:off x="17956" y="793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>
              <p:custDataLst>
                <p:tags r:id="rId54"/>
              </p:custDataLst>
            </p:nvPr>
          </p:nvSpPr>
          <p:spPr>
            <a:xfrm>
              <a:off x="11011" y="8996"/>
              <a:ext cx="6956" cy="28"/>
            </a:xfrm>
            <a:custGeom>
              <a:avLst/>
              <a:gdLst>
                <a:gd name="sw" fmla="*/ 1 w 6956"/>
                <a:gd name="sh" fmla="*/ 1 h 28"/>
                <a:gd name="mins" fmla="min sw sh"/>
                <a:gd name="dsw" fmla="+- 0 sw mins"/>
                <a:gd name="dsh" fmla="+- 0 sh mins"/>
                <a:gd name="p0x0" fmla="*/ 6913 w 6956"/>
                <a:gd name="p0y0" fmla="*/ 28 h 28"/>
                <a:gd name="p0x1" fmla="*/ 22 w 6956"/>
                <a:gd name="p0y1" fmla="*/ 28 h 28"/>
                <a:gd name="p0x2" fmla="*/ 14 w 6956"/>
                <a:gd name="p0y2" fmla="*/ 28 h 28"/>
                <a:gd name="p0x3" fmla="*/ 7 w 6956"/>
                <a:gd name="p0y3" fmla="*/ 26 h 28"/>
                <a:gd name="p0x4" fmla="*/ 0 w 6956"/>
                <a:gd name="p0y4" fmla="*/ 23 h 28"/>
                <a:gd name="p0x5" fmla="*/ 17 w 6956"/>
                <a:gd name="p0y5" fmla="*/ 9 h 28"/>
                <a:gd name="p0x6" fmla="*/ 17 w 6956"/>
                <a:gd name="p0y6" fmla="*/ 9 h 28"/>
                <a:gd name="p0x7" fmla="*/ 18 w 6956"/>
                <a:gd name="p0y7" fmla="*/ 11 h 28"/>
                <a:gd name="p0x8" fmla="*/ 20 w 6956"/>
                <a:gd name="p0y8" fmla="*/ 13 h 28"/>
                <a:gd name="p0x9" fmla="*/ 22 w 6956"/>
                <a:gd name="p0y9" fmla="*/ 13 h 28"/>
                <a:gd name="p0x10" fmla="*/ 6913 w 6956"/>
                <a:gd name="p0y10" fmla="*/ 13 h 28"/>
                <a:gd name="p0x11" fmla="*/ 6926 w 6956"/>
                <a:gd name="p0y11" fmla="*/ 13 h 28"/>
                <a:gd name="p0x12" fmla="*/ 6937 w 6956"/>
                <a:gd name="p0y12" fmla="*/ 8 h 28"/>
                <a:gd name="p0x13" fmla="*/ 6945 w 6956"/>
                <a:gd name="p0y13" fmla="*/ 0 h 28"/>
                <a:gd name="p0x14" fmla="*/ 6956 w 6956"/>
                <a:gd name="p0y14" fmla="*/ 10 h 28"/>
                <a:gd name="p0x15" fmla="*/ 6945 w 6956"/>
                <a:gd name="p0y15" fmla="*/ 21 h 28"/>
                <a:gd name="p0x16" fmla="*/ 6930 w 6956"/>
                <a:gd name="p0y16" fmla="*/ 28 h 28"/>
                <a:gd name="p0x17" fmla="*/ 6913 w 6956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05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>
              <p:custDataLst>
                <p:tags r:id="rId55"/>
              </p:custDataLst>
            </p:nvPr>
          </p:nvSpPr>
          <p:spPr>
            <a:xfrm>
              <a:off x="10974" y="791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5" name="文本框 64"/>
          <p:cNvSpPr txBox="1"/>
          <p:nvPr>
            <p:custDataLst>
              <p:tags r:id="rId56"/>
            </p:custDataLst>
          </p:nvPr>
        </p:nvSpPr>
        <p:spPr>
          <a:xfrm>
            <a:off x="7111384" y="5058166"/>
            <a:ext cx="4185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6961"/>
                    <a:lumOff val="93039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软件著作权</a:t>
            </a:r>
            <a:endParaRPr b="1">
              <a:solidFill>
                <a:schemeClr val="tx2">
                  <a:lumMod val="6961"/>
                  <a:lumOff val="93039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57"/>
            </p:custDataLst>
          </p:nvPr>
        </p:nvSpPr>
        <p:spPr>
          <a:xfrm>
            <a:off x="7111384" y="5363918"/>
            <a:ext cx="499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6968490" y="5848350"/>
            <a:ext cx="4451350" cy="427990"/>
            <a:chOff x="10974" y="9210"/>
            <a:chExt cx="7010" cy="674"/>
          </a:xfrm>
        </p:grpSpPr>
        <p:sp>
          <p:nvSpPr>
            <p:cNvPr id="67" name="任意多边形 66"/>
            <p:cNvSpPr/>
            <p:nvPr>
              <p:custDataLst>
                <p:tags r:id="rId58"/>
              </p:custDataLst>
            </p:nvPr>
          </p:nvSpPr>
          <p:spPr>
            <a:xfrm>
              <a:off x="10974" y="9210"/>
              <a:ext cx="7011" cy="675"/>
            </a:xfrm>
            <a:custGeom>
              <a:avLst/>
              <a:gdLst>
                <a:gd name="sw" fmla="*/ 1 w 7010"/>
                <a:gd name="sh" fmla="*/ 1 h 675"/>
                <a:gd name="mins" fmla="min sw sh"/>
                <a:gd name="dsw" fmla="+- 0 sw mins"/>
                <a:gd name="dsh" fmla="+- 0 sh mins"/>
                <a:gd name="p0x0" fmla="*/ 0 w 7010"/>
                <a:gd name="p0y0" fmla="*/ 0 h 675"/>
                <a:gd name="p0x1" fmla="*/ 7010 w 7010"/>
                <a:gd name="p0y1" fmla="*/ 0 h 675"/>
                <a:gd name="p0x2" fmla="*/ 7010 w 7010"/>
                <a:gd name="p0y2" fmla="*/ 675 h 675"/>
                <a:gd name="p0x3" fmla="*/ 0 w 7010"/>
                <a:gd name="p0y3" fmla="*/ 675 h 675"/>
                <a:gd name="p0x4" fmla="*/ 0 w 701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>
              <p:custDataLst>
                <p:tags r:id="rId59"/>
              </p:custDataLst>
            </p:nvPr>
          </p:nvSpPr>
          <p:spPr>
            <a:xfrm>
              <a:off x="10974" y="9210"/>
              <a:ext cx="7011" cy="15"/>
            </a:xfrm>
            <a:custGeom>
              <a:avLst/>
              <a:gdLst>
                <a:gd name="sw" fmla="*/ 1 w 7010"/>
                <a:gd name="sh" fmla="*/ 1 h 15"/>
                <a:gd name="mins" fmla="min sw sh"/>
                <a:gd name="dsw" fmla="+- 0 sw mins"/>
                <a:gd name="dsh" fmla="+- 0 sh mins"/>
                <a:gd name="p0x0" fmla="*/ 0 w 7010"/>
                <a:gd name="p0y0" fmla="*/ 0 h 15"/>
                <a:gd name="p0x1" fmla="*/ 7010 w 7010"/>
                <a:gd name="p0y1" fmla="*/ 0 h 15"/>
                <a:gd name="p0x2" fmla="*/ 7010 w 7010"/>
                <a:gd name="p0y2" fmla="*/ 15 h 15"/>
                <a:gd name="p0x3" fmla="*/ 0 w 7010"/>
                <a:gd name="p0y3" fmla="*/ 15 h 15"/>
                <a:gd name="p0x4" fmla="*/ 0 w 7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0" name="文本框 69"/>
          <p:cNvSpPr txBox="1"/>
          <p:nvPr>
            <p:custDataLst>
              <p:tags r:id="rId60"/>
            </p:custDataLst>
          </p:nvPr>
        </p:nvSpPr>
        <p:spPr>
          <a:xfrm>
            <a:off x="7670454" y="5957888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学术成果丰硕，知识产权布局完整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产业化迈出坚实一步</a:t>
            </a:r>
            <a:endParaRPr sz="3000"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550670"/>
          </a:xfrm>
          <a:custGeom>
            <a:avLst/>
            <a:gdLst>
              <a:gd name="sw" fmla="*/ 1 w 17385"/>
              <a:gd name="sh" fmla="*/ 1 h 2441"/>
              <a:gd name="mins" fmla="min sw sh"/>
              <a:gd name="dsw" fmla="+- 0 sw mins"/>
              <a:gd name="dsh" fmla="+- 0 sh mins"/>
              <a:gd name="p0x0" fmla="*/ 120 w 17385"/>
              <a:gd name="p0y0" fmla="*/ 0 h 2441"/>
              <a:gd name="p0x1" fmla="*/ 17265 w 17385"/>
              <a:gd name="p0y1" fmla="*/ 0 h 2441"/>
              <a:gd name="p0x2" fmla="*/ 17331 w 17385"/>
              <a:gd name="p0y2" fmla="*/ 0 h 2441"/>
              <a:gd name="p0x3" fmla="*/ 17385 w 17385"/>
              <a:gd name="p0y3" fmla="*/ 53 h 2441"/>
              <a:gd name="p0x4" fmla="*/ 17385 w 17385"/>
              <a:gd name="p0y4" fmla="*/ 120 h 2441"/>
              <a:gd name="p0x5" fmla="*/ 17385 w 17385"/>
              <a:gd name="p0y5" fmla="*/ 2321 h 2441"/>
              <a:gd name="p0x6" fmla="*/ 17385 w 17385"/>
              <a:gd name="p0y6" fmla="*/ 2388 h 2441"/>
              <a:gd name="p0x7" fmla="*/ 17331 w 17385"/>
              <a:gd name="p0y7" fmla="*/ 2441 h 2441"/>
              <a:gd name="p0x8" fmla="*/ 17265 w 17385"/>
              <a:gd name="p0y8" fmla="*/ 2441 h 2441"/>
              <a:gd name="p0x9" fmla="*/ 120 w 17385"/>
              <a:gd name="p0y9" fmla="*/ 2441 h 2441"/>
              <a:gd name="p0x10" fmla="*/ 53 w 17385"/>
              <a:gd name="p0y10" fmla="*/ 2441 h 2441"/>
              <a:gd name="p0x11" fmla="*/ 0 w 17385"/>
              <a:gd name="p0y11" fmla="*/ 2388 h 2441"/>
              <a:gd name="p0x12" fmla="*/ 0 w 17385"/>
              <a:gd name="p0y12" fmla="*/ 2321 h 2441"/>
              <a:gd name="p0x13" fmla="*/ 0 w 17385"/>
              <a:gd name="p0y13" fmla="*/ 120 h 2441"/>
              <a:gd name="p0x14" fmla="*/ 0 w 17385"/>
              <a:gd name="p0y14" fmla="*/ 53 h 2441"/>
              <a:gd name="p0x15" fmla="*/ 53 w 17385"/>
              <a:gd name="p0y15" fmla="*/ 0 h 2441"/>
              <a:gd name="p0x16" fmla="*/ 120 w 17385"/>
              <a:gd name="p0y16" fmla="*/ 0 h 24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45720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695325" y="16751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781050" y="1755775"/>
            <a:ext cx="247650" cy="25273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190625" y="1702098"/>
            <a:ext cx="78783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E8EDF8"/>
                </a:solidFill>
                <a:latin typeface="微软雅黑" panose="020B0503020204020204" charset="-122"/>
                <a:ea typeface="微软雅黑" panose="020B0503020204020204" charset="-122"/>
              </a:rPr>
              <a:t>项目已从实验室走向产业化验证，收获多家头部企业合作意向</a:t>
            </a:r>
            <a:endParaRPr sz="2100" b="1" spc="42">
              <a:solidFill>
                <a:srgbClr val="E8E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8"/>
            </p:custDataLst>
          </p:nvPr>
        </p:nvSpPr>
        <p:spPr>
          <a:xfrm>
            <a:off x="8611235" y="1572895"/>
            <a:ext cx="1366520" cy="622935"/>
          </a:xfrm>
          <a:custGeom>
            <a:avLst/>
            <a:gdLst>
              <a:gd name="sw" fmla="*/ 1 w 2151"/>
              <a:gd name="sh" fmla="*/ 1 h 980"/>
              <a:gd name="mins" fmla="min sw sh"/>
              <a:gd name="dsw" fmla="+- 0 sw mins"/>
              <a:gd name="dsh" fmla="+- 0 sh mins"/>
              <a:gd name="p0x0" fmla="*/ 60 w 2151"/>
              <a:gd name="p0y0" fmla="*/ 0 h 980"/>
              <a:gd name="p0x1" fmla="*/ 2091 w 2151"/>
              <a:gd name="p0y1" fmla="*/ 0 h 980"/>
              <a:gd name="p0x2" fmla="*/ 2124 w 2151"/>
              <a:gd name="p0y2" fmla="*/ 0 h 980"/>
              <a:gd name="p0x3" fmla="*/ 2151 w 2151"/>
              <a:gd name="p0y3" fmla="*/ 26 h 980"/>
              <a:gd name="p0x4" fmla="*/ 2151 w 2151"/>
              <a:gd name="p0y4" fmla="*/ 60 h 980"/>
              <a:gd name="p0x5" fmla="*/ 2151 w 2151"/>
              <a:gd name="p0y5" fmla="*/ 920 h 980"/>
              <a:gd name="p0x6" fmla="*/ 2151 w 2151"/>
              <a:gd name="p0y6" fmla="*/ 954 h 980"/>
              <a:gd name="p0x7" fmla="*/ 2124 w 2151"/>
              <a:gd name="p0y7" fmla="*/ 980 h 980"/>
              <a:gd name="p0x8" fmla="*/ 2091 w 2151"/>
              <a:gd name="p0y8" fmla="*/ 980 h 980"/>
              <a:gd name="p0x9" fmla="*/ 60 w 2151"/>
              <a:gd name="p0y9" fmla="*/ 980 h 980"/>
              <a:gd name="p0x10" fmla="*/ 26 w 2151"/>
              <a:gd name="p0y10" fmla="*/ 980 h 980"/>
              <a:gd name="p0x11" fmla="*/ 0 w 2151"/>
              <a:gd name="p0y11" fmla="*/ 954 h 980"/>
              <a:gd name="p0x12" fmla="*/ 0 w 2151"/>
              <a:gd name="p0y12" fmla="*/ 920 h 980"/>
              <a:gd name="p0x13" fmla="*/ 0 w 2151"/>
              <a:gd name="p0y13" fmla="*/ 60 h 980"/>
              <a:gd name="p0x14" fmla="*/ 0 w 2151"/>
              <a:gd name="p0y14" fmla="*/ 26 h 980"/>
              <a:gd name="p0x15" fmla="*/ 26 w 2151"/>
              <a:gd name="p0y15" fmla="*/ 0 h 980"/>
              <a:gd name="p0x16" fmla="*/ 60 w 2151"/>
              <a:gd name="p0y16" fmla="*/ 0 h 9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609114" y="1632537"/>
            <a:ext cx="1600276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代工合作落地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913838" y="1920173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产业化验证</a:t>
            </a:r>
            <a:endParaRPr sz="12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10130155" y="1572895"/>
            <a:ext cx="1366520" cy="622935"/>
          </a:xfrm>
          <a:custGeom>
            <a:avLst/>
            <a:gdLst>
              <a:gd name="sw" fmla="*/ 1 w 2151"/>
              <a:gd name="sh" fmla="*/ 1 h 980"/>
              <a:gd name="mins" fmla="min sw sh"/>
              <a:gd name="dsw" fmla="+- 0 sw mins"/>
              <a:gd name="dsh" fmla="+- 0 sh mins"/>
              <a:gd name="p0x0" fmla="*/ 60 w 2151"/>
              <a:gd name="p0y0" fmla="*/ 0 h 980"/>
              <a:gd name="p0x1" fmla="*/ 2091 w 2151"/>
              <a:gd name="p0y1" fmla="*/ 0 h 980"/>
              <a:gd name="p0x2" fmla="*/ 2124 w 2151"/>
              <a:gd name="p0y2" fmla="*/ 0 h 980"/>
              <a:gd name="p0x3" fmla="*/ 2151 w 2151"/>
              <a:gd name="p0y3" fmla="*/ 26 h 980"/>
              <a:gd name="p0x4" fmla="*/ 2151 w 2151"/>
              <a:gd name="p0y4" fmla="*/ 60 h 980"/>
              <a:gd name="p0x5" fmla="*/ 2151 w 2151"/>
              <a:gd name="p0y5" fmla="*/ 920 h 980"/>
              <a:gd name="p0x6" fmla="*/ 2151 w 2151"/>
              <a:gd name="p0y6" fmla="*/ 954 h 980"/>
              <a:gd name="p0x7" fmla="*/ 2124 w 2151"/>
              <a:gd name="p0y7" fmla="*/ 980 h 980"/>
              <a:gd name="p0x8" fmla="*/ 2091 w 2151"/>
              <a:gd name="p0y8" fmla="*/ 980 h 980"/>
              <a:gd name="p0x9" fmla="*/ 60 w 2151"/>
              <a:gd name="p0y9" fmla="*/ 980 h 980"/>
              <a:gd name="p0x10" fmla="*/ 26 w 2151"/>
              <a:gd name="p0y10" fmla="*/ 980 h 980"/>
              <a:gd name="p0x11" fmla="*/ 0 w 2151"/>
              <a:gd name="p0y11" fmla="*/ 954 h 980"/>
              <a:gd name="p0x12" fmla="*/ 0 w 2151"/>
              <a:gd name="p0y12" fmla="*/ 920 h 980"/>
              <a:gd name="p0x13" fmla="*/ 0 w 2151"/>
              <a:gd name="p0y13" fmla="*/ 60 h 980"/>
              <a:gd name="p0x14" fmla="*/ 0 w 2151"/>
              <a:gd name="p0y14" fmla="*/ 26 h 980"/>
              <a:gd name="p0x15" fmla="*/ 26 w 2151"/>
              <a:gd name="p0y15" fmla="*/ 0 h 980"/>
              <a:gd name="p0x16" fmla="*/ 60 w 2151"/>
              <a:gd name="p0y16" fmla="*/ 0 h 9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10127761" y="1632537"/>
            <a:ext cx="1600276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头部企业关注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0508685" y="192017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转化对接</a:t>
            </a:r>
            <a:endParaRPr sz="120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571500" y="2835910"/>
            <a:ext cx="914400" cy="824433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1230 w 1440"/>
              <a:gd name="p0y0" fmla="*/ 1298 h 1298"/>
              <a:gd name="p0x1" fmla="*/ 60 w 1440"/>
              <a:gd name="p0y1" fmla="*/ 1298 h 1298"/>
              <a:gd name="p0x2" fmla="*/ 58 w 1440"/>
              <a:gd name="p0y2" fmla="*/ 1298 h 1298"/>
              <a:gd name="p0x3" fmla="*/ 56 w 1440"/>
              <a:gd name="p0y3" fmla="*/ 1298 h 1298"/>
              <a:gd name="p0x4" fmla="*/ 55 w 1440"/>
              <a:gd name="p0y4" fmla="*/ 1298 h 1298"/>
              <a:gd name="p0x5" fmla="*/ 53 w 1440"/>
              <a:gd name="p0y5" fmla="*/ 1297 h 1298"/>
              <a:gd name="p0x6" fmla="*/ 51 w 1440"/>
              <a:gd name="p0y6" fmla="*/ 1297 h 1298"/>
              <a:gd name="p0x7" fmla="*/ 50 w 1440"/>
              <a:gd name="p0y7" fmla="*/ 1297 h 1298"/>
              <a:gd name="p0x8" fmla="*/ 48 w 1440"/>
              <a:gd name="p0y8" fmla="*/ 1297 h 1298"/>
              <a:gd name="p0x9" fmla="*/ 47 w 1440"/>
              <a:gd name="p0y9" fmla="*/ 1296 h 1298"/>
              <a:gd name="p0x10" fmla="*/ 45 w 1440"/>
              <a:gd name="p0y10" fmla="*/ 1296 h 1298"/>
              <a:gd name="p0x11" fmla="*/ 44 w 1440"/>
              <a:gd name="p0y11" fmla="*/ 1296 h 1298"/>
              <a:gd name="p0x12" fmla="*/ 42 w 1440"/>
              <a:gd name="p0y12" fmla="*/ 1295 h 1298"/>
              <a:gd name="p0x13" fmla="*/ 41 w 1440"/>
              <a:gd name="p0y13" fmla="*/ 1295 h 1298"/>
              <a:gd name="p0x14" fmla="*/ 39 w 1440"/>
              <a:gd name="p0y14" fmla="*/ 1294 h 1298"/>
              <a:gd name="p0x15" fmla="*/ 38 w 1440"/>
              <a:gd name="p0y15" fmla="*/ 1294 h 1298"/>
              <a:gd name="p0x16" fmla="*/ 36 w 1440"/>
              <a:gd name="p0y16" fmla="*/ 1293 h 1298"/>
              <a:gd name="p0x17" fmla="*/ 35 w 1440"/>
              <a:gd name="p0y17" fmla="*/ 1293 h 1298"/>
              <a:gd name="p0x18" fmla="*/ 34 w 1440"/>
              <a:gd name="p0y18" fmla="*/ 1292 h 1298"/>
              <a:gd name="p0x19" fmla="*/ 32 w 1440"/>
              <a:gd name="p0y19" fmla="*/ 1291 h 1298"/>
              <a:gd name="p0x20" fmla="*/ 31 w 1440"/>
              <a:gd name="p0y20" fmla="*/ 1291 h 1298"/>
              <a:gd name="p0x21" fmla="*/ 30 w 1440"/>
              <a:gd name="p0y21" fmla="*/ 1290 h 1298"/>
              <a:gd name="p0x22" fmla="*/ 28 w 1440"/>
              <a:gd name="p0y22" fmla="*/ 1289 h 1298"/>
              <a:gd name="p0x23" fmla="*/ 27 w 1440"/>
              <a:gd name="p0y23" fmla="*/ 1288 h 1298"/>
              <a:gd name="p0x24" fmla="*/ 26 w 1440"/>
              <a:gd name="p0y24" fmla="*/ 1287 h 1298"/>
              <a:gd name="p0x25" fmla="*/ 25 w 1440"/>
              <a:gd name="p0y25" fmla="*/ 1287 h 1298"/>
              <a:gd name="p0x26" fmla="*/ 23 w 1440"/>
              <a:gd name="p0y26" fmla="*/ 1286 h 1298"/>
              <a:gd name="p0x27" fmla="*/ 22 w 1440"/>
              <a:gd name="p0y27" fmla="*/ 1285 h 1298"/>
              <a:gd name="p0x28" fmla="*/ 21 w 1440"/>
              <a:gd name="p0y28" fmla="*/ 1284 h 1298"/>
              <a:gd name="p0x29" fmla="*/ 20 w 1440"/>
              <a:gd name="p0y29" fmla="*/ 1283 h 1298"/>
              <a:gd name="p0x30" fmla="*/ 19 w 1440"/>
              <a:gd name="p0y30" fmla="*/ 1282 h 1298"/>
              <a:gd name="p0x31" fmla="*/ 18 w 1440"/>
              <a:gd name="p0y31" fmla="*/ 1281 h 1298"/>
              <a:gd name="p0x32" fmla="*/ 17 w 1440"/>
              <a:gd name="p0y32" fmla="*/ 1280 h 1298"/>
              <a:gd name="p0x33" fmla="*/ 16 w 1440"/>
              <a:gd name="p0y33" fmla="*/ 1279 h 1298"/>
              <a:gd name="p0x34" fmla="*/ 14 w 1440"/>
              <a:gd name="p0y34" fmla="*/ 1277 h 1298"/>
              <a:gd name="p0x35" fmla="*/ 14 w 1440"/>
              <a:gd name="p0y35" fmla="*/ 1276 h 1298"/>
              <a:gd name="p0x36" fmla="*/ 13 w 1440"/>
              <a:gd name="p0y36" fmla="*/ 1275 h 1298"/>
              <a:gd name="p0x37" fmla="*/ 12 w 1440"/>
              <a:gd name="p0y37" fmla="*/ 1274 h 1298"/>
              <a:gd name="p0x38" fmla="*/ 11 w 1440"/>
              <a:gd name="p0y38" fmla="*/ 1273 h 1298"/>
              <a:gd name="p0x39" fmla="*/ 10 w 1440"/>
              <a:gd name="p0y39" fmla="*/ 1272 h 1298"/>
              <a:gd name="p0x40" fmla="*/ 9 w 1440"/>
              <a:gd name="p0y40" fmla="*/ 1270 h 1298"/>
              <a:gd name="p0x41" fmla="*/ 8 w 1440"/>
              <a:gd name="p0y41" fmla="*/ 1269 h 1298"/>
              <a:gd name="p0x42" fmla="*/ 7 w 1440"/>
              <a:gd name="p0y42" fmla="*/ 1268 h 1298"/>
              <a:gd name="p0x43" fmla="*/ 7 w 1440"/>
              <a:gd name="p0y43" fmla="*/ 1266 h 1298"/>
              <a:gd name="p0x44" fmla="*/ 6 w 1440"/>
              <a:gd name="p0y44" fmla="*/ 1265 h 1298"/>
              <a:gd name="p0x45" fmla="*/ 5 w 1440"/>
              <a:gd name="p0y45" fmla="*/ 1264 h 1298"/>
              <a:gd name="p0x46" fmla="*/ 5 w 1440"/>
              <a:gd name="p0y46" fmla="*/ 1262 h 1298"/>
              <a:gd name="p0x47" fmla="*/ 4 w 1440"/>
              <a:gd name="p0y47" fmla="*/ 1261 h 1298"/>
              <a:gd name="p0x48" fmla="*/ 3 w 1440"/>
              <a:gd name="p0y48" fmla="*/ 1259 h 1298"/>
              <a:gd name="p0x49" fmla="*/ 3 w 1440"/>
              <a:gd name="p0y49" fmla="*/ 1258 h 1298"/>
              <a:gd name="p0x50" fmla="*/ 2 w 1440"/>
              <a:gd name="p0y50" fmla="*/ 1256 h 1298"/>
              <a:gd name="p0x51" fmla="*/ 2 w 1440"/>
              <a:gd name="p0y51" fmla="*/ 1255 h 1298"/>
              <a:gd name="p0x52" fmla="*/ 2 w 1440"/>
              <a:gd name="p0y52" fmla="*/ 1254 h 1298"/>
              <a:gd name="p0x53" fmla="*/ 1 w 1440"/>
              <a:gd name="p0y53" fmla="*/ 1252 h 1298"/>
              <a:gd name="p0x54" fmla="*/ 1 w 1440"/>
              <a:gd name="p0y54" fmla="*/ 1250 h 1298"/>
              <a:gd name="p0x55" fmla="*/ 1 w 1440"/>
              <a:gd name="p0y55" fmla="*/ 1249 h 1298"/>
              <a:gd name="p0x56" fmla="*/ 0 w 1440"/>
              <a:gd name="p0y56" fmla="*/ 1247 h 1298"/>
              <a:gd name="p0x57" fmla="*/ 0 w 1440"/>
              <a:gd name="p0y57" fmla="*/ 1246 h 1298"/>
              <a:gd name="p0x58" fmla="*/ 0 w 1440"/>
              <a:gd name="p0y58" fmla="*/ 1244 h 1298"/>
              <a:gd name="p0x59" fmla="*/ 0 w 1440"/>
              <a:gd name="p0y59" fmla="*/ 1243 h 1298"/>
              <a:gd name="p0x60" fmla="*/ 0 w 1440"/>
              <a:gd name="p0y60" fmla="*/ 1241 h 1298"/>
              <a:gd name="p0x61" fmla="*/ 0 w 1440"/>
              <a:gd name="p0y61" fmla="*/ 1239 h 1298"/>
              <a:gd name="p0x62" fmla="*/ 0 w 1440"/>
              <a:gd name="p0y62" fmla="*/ 1238 h 1298"/>
              <a:gd name="p0x63" fmla="*/ 0 w 1440"/>
              <a:gd name="p0y63" fmla="*/ 59 h 1298"/>
              <a:gd name="p0x64" fmla="*/ 0 w 1440"/>
              <a:gd name="p0y64" fmla="*/ 58 h 1298"/>
              <a:gd name="p0x65" fmla="*/ 0 w 1440"/>
              <a:gd name="p0y65" fmla="*/ 56 h 1298"/>
              <a:gd name="p0x66" fmla="*/ 0 w 1440"/>
              <a:gd name="p0y66" fmla="*/ 55 h 1298"/>
              <a:gd name="p0x67" fmla="*/ 0 w 1440"/>
              <a:gd name="p0y67" fmla="*/ 53 h 1298"/>
              <a:gd name="p0x68" fmla="*/ 0 w 1440"/>
              <a:gd name="p0y68" fmla="*/ 51 h 1298"/>
              <a:gd name="p0x69" fmla="*/ 0 w 1440"/>
              <a:gd name="p0y69" fmla="*/ 50 h 1298"/>
              <a:gd name="p0x70" fmla="*/ 1 w 1440"/>
              <a:gd name="p0y70" fmla="*/ 48 h 1298"/>
              <a:gd name="p0x71" fmla="*/ 1 w 1440"/>
              <a:gd name="p0y71" fmla="*/ 47 h 1298"/>
              <a:gd name="p0x72" fmla="*/ 1 w 1440"/>
              <a:gd name="p0y72" fmla="*/ 45 h 1298"/>
              <a:gd name="p0x73" fmla="*/ 2 w 1440"/>
              <a:gd name="p0y73" fmla="*/ 44 h 1298"/>
              <a:gd name="p0x74" fmla="*/ 2 w 1440"/>
              <a:gd name="p0y74" fmla="*/ 42 h 1298"/>
              <a:gd name="p0x75" fmla="*/ 2 w 1440"/>
              <a:gd name="p0y75" fmla="*/ 41 h 1298"/>
              <a:gd name="p0x76" fmla="*/ 3 w 1440"/>
              <a:gd name="p0y76" fmla="*/ 39 h 1298"/>
              <a:gd name="p0x77" fmla="*/ 3 w 1440"/>
              <a:gd name="p0y77" fmla="*/ 38 h 1298"/>
              <a:gd name="p0x78" fmla="*/ 4 w 1440"/>
              <a:gd name="p0y78" fmla="*/ 36 h 1298"/>
              <a:gd name="p0x79" fmla="*/ 5 w 1440"/>
              <a:gd name="p0y79" fmla="*/ 35 h 1298"/>
              <a:gd name="p0x80" fmla="*/ 5 w 1440"/>
              <a:gd name="p0y80" fmla="*/ 34 h 1298"/>
              <a:gd name="p0x81" fmla="*/ 6 w 1440"/>
              <a:gd name="p0y81" fmla="*/ 32 h 1298"/>
              <a:gd name="p0x82" fmla="*/ 7 w 1440"/>
              <a:gd name="p0y82" fmla="*/ 31 h 1298"/>
              <a:gd name="p0x83" fmla="*/ 7 w 1440"/>
              <a:gd name="p0y83" fmla="*/ 30 h 1298"/>
              <a:gd name="p0x84" fmla="*/ 8 w 1440"/>
              <a:gd name="p0y84" fmla="*/ 28 h 1298"/>
              <a:gd name="p0x85" fmla="*/ 9 w 1440"/>
              <a:gd name="p0y85" fmla="*/ 27 h 1298"/>
              <a:gd name="p0x86" fmla="*/ 10 w 1440"/>
              <a:gd name="p0y86" fmla="*/ 26 h 1298"/>
              <a:gd name="p0x87" fmla="*/ 11 w 1440"/>
              <a:gd name="p0y87" fmla="*/ 25 h 1298"/>
              <a:gd name="p0x88" fmla="*/ 12 w 1440"/>
              <a:gd name="p0y88" fmla="*/ 23 h 1298"/>
              <a:gd name="p0x89" fmla="*/ 13 w 1440"/>
              <a:gd name="p0y89" fmla="*/ 22 h 1298"/>
              <a:gd name="p0x90" fmla="*/ 14 w 1440"/>
              <a:gd name="p0y90" fmla="*/ 21 h 1298"/>
              <a:gd name="p0x91" fmla="*/ 14 w 1440"/>
              <a:gd name="p0y91" fmla="*/ 20 h 1298"/>
              <a:gd name="p0x92" fmla="*/ 16 w 1440"/>
              <a:gd name="p0y92" fmla="*/ 19 h 1298"/>
              <a:gd name="p0x93" fmla="*/ 17 w 1440"/>
              <a:gd name="p0y93" fmla="*/ 18 h 1298"/>
              <a:gd name="p0x94" fmla="*/ 18 w 1440"/>
              <a:gd name="p0y94" fmla="*/ 17 h 1298"/>
              <a:gd name="p0x95" fmla="*/ 19 w 1440"/>
              <a:gd name="p0y95" fmla="*/ 16 h 1298"/>
              <a:gd name="p0x96" fmla="*/ 20 w 1440"/>
              <a:gd name="p0y96" fmla="*/ 14 h 1298"/>
              <a:gd name="p0x97" fmla="*/ 21 w 1440"/>
              <a:gd name="p0y97" fmla="*/ 14 h 1298"/>
              <a:gd name="p0x98" fmla="*/ 22 w 1440"/>
              <a:gd name="p0y98" fmla="*/ 13 h 1298"/>
              <a:gd name="p0x99" fmla="*/ 23 w 1440"/>
              <a:gd name="p0y99" fmla="*/ 12 h 1298"/>
              <a:gd name="p0x100" fmla="*/ 25 w 1440"/>
              <a:gd name="p0y100" fmla="*/ 11 h 1298"/>
              <a:gd name="p0x101" fmla="*/ 26 w 1440"/>
              <a:gd name="p0y101" fmla="*/ 10 h 1298"/>
              <a:gd name="p0x102" fmla="*/ 27 w 1440"/>
              <a:gd name="p0y102" fmla="*/ 9 h 1298"/>
              <a:gd name="p0x103" fmla="*/ 28 w 1440"/>
              <a:gd name="p0y103" fmla="*/ 8 h 1298"/>
              <a:gd name="p0x104" fmla="*/ 30 w 1440"/>
              <a:gd name="p0y104" fmla="*/ 7 h 1298"/>
              <a:gd name="p0x105" fmla="*/ 31 w 1440"/>
              <a:gd name="p0y105" fmla="*/ 7 h 1298"/>
              <a:gd name="p0x106" fmla="*/ 32 w 1440"/>
              <a:gd name="p0y106" fmla="*/ 6 h 1298"/>
              <a:gd name="p0x107" fmla="*/ 34 w 1440"/>
              <a:gd name="p0y107" fmla="*/ 5 h 1298"/>
              <a:gd name="p0x108" fmla="*/ 35 w 1440"/>
              <a:gd name="p0y108" fmla="*/ 5 h 1298"/>
              <a:gd name="p0x109" fmla="*/ 36 w 1440"/>
              <a:gd name="p0y109" fmla="*/ 4 h 1298"/>
              <a:gd name="p0x110" fmla="*/ 38 w 1440"/>
              <a:gd name="p0y110" fmla="*/ 3 h 1298"/>
              <a:gd name="p0x111" fmla="*/ 39 w 1440"/>
              <a:gd name="p0y111" fmla="*/ 3 h 1298"/>
              <a:gd name="p0x112" fmla="*/ 41 w 1440"/>
              <a:gd name="p0y112" fmla="*/ 2 h 1298"/>
              <a:gd name="p0x113" fmla="*/ 42 w 1440"/>
              <a:gd name="p0y113" fmla="*/ 2 h 1298"/>
              <a:gd name="p0x114" fmla="*/ 44 w 1440"/>
              <a:gd name="p0y114" fmla="*/ 2 h 1298"/>
              <a:gd name="p0x115" fmla="*/ 45 w 1440"/>
              <a:gd name="p0y115" fmla="*/ 1 h 1298"/>
              <a:gd name="p0x116" fmla="*/ 47 w 1440"/>
              <a:gd name="p0y116" fmla="*/ 1 h 1298"/>
              <a:gd name="p0x117" fmla="*/ 48 w 1440"/>
              <a:gd name="p0y117" fmla="*/ 1 h 1298"/>
              <a:gd name="p0x118" fmla="*/ 50 w 1440"/>
              <a:gd name="p0y118" fmla="*/ 0 h 1298"/>
              <a:gd name="p0x119" fmla="*/ 51 w 1440"/>
              <a:gd name="p0y119" fmla="*/ 0 h 1298"/>
              <a:gd name="p0x120" fmla="*/ 53 w 1440"/>
              <a:gd name="p0y120" fmla="*/ 0 h 1298"/>
              <a:gd name="p0x121" fmla="*/ 55 w 1440"/>
              <a:gd name="p0y121" fmla="*/ 0 h 1298"/>
              <a:gd name="p0x122" fmla="*/ 56 w 1440"/>
              <a:gd name="p0y122" fmla="*/ 0 h 1298"/>
              <a:gd name="p0x123" fmla="*/ 58 w 1440"/>
              <a:gd name="p0y123" fmla="*/ 0 h 1298"/>
              <a:gd name="p0x124" fmla="*/ 59 w 1440"/>
              <a:gd name="p0y124" fmla="*/ 0 h 1298"/>
              <a:gd name="p0x125" fmla="*/ 1230 w 1440"/>
              <a:gd name="p0y125" fmla="*/ 0 h 1298"/>
              <a:gd name="p0x126" fmla="*/ 1440 w 1440"/>
              <a:gd name="p0y126" fmla="*/ 649 h 1298"/>
              <a:gd name="p0x127" fmla="*/ 1230 w 1440"/>
              <a:gd name="p0y127" fmla="*/ 1298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723681" y="3034379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 1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742950" y="3210592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落地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1642745" y="2840990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1800225" y="2945130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4623 1"/>
              <a:gd name="p0a1dx" fmla="*/ dsw -147150 1"/>
              <a:gd name="p0a1dy" fmla="*/ dsh -144874 1"/>
              <a:gd name="p0a2dx" fmla="*/ dsw 152820 1"/>
              <a:gd name="p0a2dy" fmla="*/ dsh -144874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1800225" y="2939672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代工合作落地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1800225" y="3258083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团队负责人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郭政佑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牵头达成代工合作协议，完成超薄箔材产业化成形验证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1"/>
            </p:custDataLst>
          </p:nvPr>
        </p:nvSpPr>
        <p:spPr>
          <a:xfrm>
            <a:off x="571500" y="3775075"/>
            <a:ext cx="914400" cy="824230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723681" y="3973116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 2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742950" y="4149328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关注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1642745" y="3779520"/>
            <a:ext cx="9972675" cy="815340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1800225" y="3883660"/>
            <a:ext cx="0" cy="300355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6101 1"/>
              <a:gd name="p0a1dx" fmla="*/ dsw -147150 1"/>
              <a:gd name="p0a1dy" fmla="*/ dsh -143395 1"/>
              <a:gd name="p0a2dx" fmla="*/ dsw 152820 1"/>
              <a:gd name="p0a2dy" fmla="*/ dsh -143395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1800225" y="3878409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头部企业关注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1800225" y="4196820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第二届全国先进技术成果转化大会上，收获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宝钢金属、长安汽车</a:t>
            </a:r>
            <a:r>
              <a:rPr 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等企业合作意向</a:t>
            </a:r>
            <a:endParaRPr lang="zh-CN" altLang="en-US"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571500" y="4713605"/>
            <a:ext cx="914400" cy="824230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723681" y="4911842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 3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742950" y="5088055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亮相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1"/>
            </p:custDataLst>
          </p:nvPr>
        </p:nvSpPr>
        <p:spPr>
          <a:xfrm>
            <a:off x="1642745" y="4718685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1800225" y="482282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7580 1"/>
              <a:gd name="p0a1dx" fmla="*/ dsw -147150 1"/>
              <a:gd name="p0a1dy" fmla="*/ dsh -141917 1"/>
              <a:gd name="p0a2dx" fmla="*/ dsw 152820 1"/>
              <a:gd name="p0a2dy" fmla="*/ dsh -141917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1800225" y="481713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国家级路演亮相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1800225" y="5135547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工信部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lang="zh-CN" alt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年专项路演（雄安站）开幕式，全场仅</a:t>
            </a:r>
            <a:r>
              <a:rPr lang="en-US" alt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亮相项目之一，郭政佑为唯一本科生</a:t>
            </a:r>
            <a:endParaRPr lang="zh-CN"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5"/>
            </p:custDataLst>
          </p:nvPr>
        </p:nvSpPr>
        <p:spPr>
          <a:xfrm>
            <a:off x="571500" y="5652135"/>
            <a:ext cx="914400" cy="824433"/>
          </a:xfrm>
          <a:custGeom>
            <a:avLst/>
            <a:gdLst>
              <a:gd name="sw" fmla="*/ 1 w 1440"/>
              <a:gd name="sh" fmla="*/ 1 h 1298"/>
              <a:gd name="mins" fmla="min sw sh"/>
              <a:gd name="dsw" fmla="+- 0 sw mins"/>
              <a:gd name="dsh" fmla="+- 0 sh mins"/>
              <a:gd name="p0x0" fmla="*/ 60 w 1440"/>
              <a:gd name="p0y0" fmla="*/ 0 h 1298"/>
              <a:gd name="p0x1" fmla="*/ 1230 w 1440"/>
              <a:gd name="p0y1" fmla="*/ 0 h 1298"/>
              <a:gd name="p0x2" fmla="*/ 1440 w 1440"/>
              <a:gd name="p0y2" fmla="*/ 649 h 1298"/>
              <a:gd name="p0x3" fmla="*/ 1230 w 1440"/>
              <a:gd name="p0y3" fmla="*/ 1298 h 1298"/>
              <a:gd name="p0x4" fmla="*/ 59 w 1440"/>
              <a:gd name="p0y4" fmla="*/ 1298 h 1298"/>
              <a:gd name="p0x5" fmla="*/ 58 w 1440"/>
              <a:gd name="p0y5" fmla="*/ 1298 h 1298"/>
              <a:gd name="p0x6" fmla="*/ 56 w 1440"/>
              <a:gd name="p0y6" fmla="*/ 1298 h 1298"/>
              <a:gd name="p0x7" fmla="*/ 55 w 1440"/>
              <a:gd name="p0y7" fmla="*/ 1298 h 1298"/>
              <a:gd name="p0x8" fmla="*/ 53 w 1440"/>
              <a:gd name="p0y8" fmla="*/ 1297 h 1298"/>
              <a:gd name="p0x9" fmla="*/ 51 w 1440"/>
              <a:gd name="p0y9" fmla="*/ 1297 h 1298"/>
              <a:gd name="p0x10" fmla="*/ 50 w 1440"/>
              <a:gd name="p0y10" fmla="*/ 1297 h 1298"/>
              <a:gd name="p0x11" fmla="*/ 48 w 1440"/>
              <a:gd name="p0y11" fmla="*/ 1297 h 1298"/>
              <a:gd name="p0x12" fmla="*/ 47 w 1440"/>
              <a:gd name="p0y12" fmla="*/ 1296 h 1298"/>
              <a:gd name="p0x13" fmla="*/ 45 w 1440"/>
              <a:gd name="p0y13" fmla="*/ 1296 h 1298"/>
              <a:gd name="p0x14" fmla="*/ 44 w 1440"/>
              <a:gd name="p0y14" fmla="*/ 1296 h 1298"/>
              <a:gd name="p0x15" fmla="*/ 42 w 1440"/>
              <a:gd name="p0y15" fmla="*/ 1295 h 1298"/>
              <a:gd name="p0x16" fmla="*/ 41 w 1440"/>
              <a:gd name="p0y16" fmla="*/ 1295 h 1298"/>
              <a:gd name="p0x17" fmla="*/ 39 w 1440"/>
              <a:gd name="p0y17" fmla="*/ 1294 h 1298"/>
              <a:gd name="p0x18" fmla="*/ 38 w 1440"/>
              <a:gd name="p0y18" fmla="*/ 1294 h 1298"/>
              <a:gd name="p0x19" fmla="*/ 36 w 1440"/>
              <a:gd name="p0y19" fmla="*/ 1293 h 1298"/>
              <a:gd name="p0x20" fmla="*/ 35 w 1440"/>
              <a:gd name="p0y20" fmla="*/ 1293 h 1298"/>
              <a:gd name="p0x21" fmla="*/ 34 w 1440"/>
              <a:gd name="p0y21" fmla="*/ 1292 h 1298"/>
              <a:gd name="p0x22" fmla="*/ 32 w 1440"/>
              <a:gd name="p0y22" fmla="*/ 1291 h 1298"/>
              <a:gd name="p0x23" fmla="*/ 31 w 1440"/>
              <a:gd name="p0y23" fmla="*/ 1291 h 1298"/>
              <a:gd name="p0x24" fmla="*/ 30 w 1440"/>
              <a:gd name="p0y24" fmla="*/ 1290 h 1298"/>
              <a:gd name="p0x25" fmla="*/ 28 w 1440"/>
              <a:gd name="p0y25" fmla="*/ 1289 h 1298"/>
              <a:gd name="p0x26" fmla="*/ 27 w 1440"/>
              <a:gd name="p0y26" fmla="*/ 1288 h 1298"/>
              <a:gd name="p0x27" fmla="*/ 26 w 1440"/>
              <a:gd name="p0y27" fmla="*/ 1287 h 1298"/>
              <a:gd name="p0x28" fmla="*/ 25 w 1440"/>
              <a:gd name="p0y28" fmla="*/ 1287 h 1298"/>
              <a:gd name="p0x29" fmla="*/ 23 w 1440"/>
              <a:gd name="p0y29" fmla="*/ 1286 h 1298"/>
              <a:gd name="p0x30" fmla="*/ 22 w 1440"/>
              <a:gd name="p0y30" fmla="*/ 1285 h 1298"/>
              <a:gd name="p0x31" fmla="*/ 21 w 1440"/>
              <a:gd name="p0y31" fmla="*/ 1284 h 1298"/>
              <a:gd name="p0x32" fmla="*/ 20 w 1440"/>
              <a:gd name="p0y32" fmla="*/ 1283 h 1298"/>
              <a:gd name="p0x33" fmla="*/ 19 w 1440"/>
              <a:gd name="p0y33" fmla="*/ 1282 h 1298"/>
              <a:gd name="p0x34" fmla="*/ 18 w 1440"/>
              <a:gd name="p0y34" fmla="*/ 1281 h 1298"/>
              <a:gd name="p0x35" fmla="*/ 17 w 1440"/>
              <a:gd name="p0y35" fmla="*/ 1280 h 1298"/>
              <a:gd name="p0x36" fmla="*/ 16 w 1440"/>
              <a:gd name="p0y36" fmla="*/ 1279 h 1298"/>
              <a:gd name="p0x37" fmla="*/ 14 w 1440"/>
              <a:gd name="p0y37" fmla="*/ 1277 h 1298"/>
              <a:gd name="p0x38" fmla="*/ 14 w 1440"/>
              <a:gd name="p0y38" fmla="*/ 1276 h 1298"/>
              <a:gd name="p0x39" fmla="*/ 13 w 1440"/>
              <a:gd name="p0y39" fmla="*/ 1275 h 1298"/>
              <a:gd name="p0x40" fmla="*/ 12 w 1440"/>
              <a:gd name="p0y40" fmla="*/ 1274 h 1298"/>
              <a:gd name="p0x41" fmla="*/ 11 w 1440"/>
              <a:gd name="p0y41" fmla="*/ 1273 h 1298"/>
              <a:gd name="p0x42" fmla="*/ 10 w 1440"/>
              <a:gd name="p0y42" fmla="*/ 1272 h 1298"/>
              <a:gd name="p0x43" fmla="*/ 9 w 1440"/>
              <a:gd name="p0y43" fmla="*/ 1270 h 1298"/>
              <a:gd name="p0x44" fmla="*/ 8 w 1440"/>
              <a:gd name="p0y44" fmla="*/ 1269 h 1298"/>
              <a:gd name="p0x45" fmla="*/ 7 w 1440"/>
              <a:gd name="p0y45" fmla="*/ 1268 h 1298"/>
              <a:gd name="p0x46" fmla="*/ 7 w 1440"/>
              <a:gd name="p0y46" fmla="*/ 1266 h 1298"/>
              <a:gd name="p0x47" fmla="*/ 6 w 1440"/>
              <a:gd name="p0y47" fmla="*/ 1265 h 1298"/>
              <a:gd name="p0x48" fmla="*/ 5 w 1440"/>
              <a:gd name="p0y48" fmla="*/ 1264 h 1298"/>
              <a:gd name="p0x49" fmla="*/ 5 w 1440"/>
              <a:gd name="p0y49" fmla="*/ 1262 h 1298"/>
              <a:gd name="p0x50" fmla="*/ 4 w 1440"/>
              <a:gd name="p0y50" fmla="*/ 1261 h 1298"/>
              <a:gd name="p0x51" fmla="*/ 3 w 1440"/>
              <a:gd name="p0y51" fmla="*/ 1259 h 1298"/>
              <a:gd name="p0x52" fmla="*/ 3 w 1440"/>
              <a:gd name="p0y52" fmla="*/ 1258 h 1298"/>
              <a:gd name="p0x53" fmla="*/ 2 w 1440"/>
              <a:gd name="p0y53" fmla="*/ 1256 h 1298"/>
              <a:gd name="p0x54" fmla="*/ 2 w 1440"/>
              <a:gd name="p0y54" fmla="*/ 1255 h 1298"/>
              <a:gd name="p0x55" fmla="*/ 2 w 1440"/>
              <a:gd name="p0y55" fmla="*/ 1254 h 1298"/>
              <a:gd name="p0x56" fmla="*/ 1 w 1440"/>
              <a:gd name="p0y56" fmla="*/ 1252 h 1298"/>
              <a:gd name="p0x57" fmla="*/ 1 w 1440"/>
              <a:gd name="p0y57" fmla="*/ 1250 h 1298"/>
              <a:gd name="p0x58" fmla="*/ 1 w 1440"/>
              <a:gd name="p0y58" fmla="*/ 1249 h 1298"/>
              <a:gd name="p0x59" fmla="*/ 0 w 1440"/>
              <a:gd name="p0y59" fmla="*/ 1247 h 1298"/>
              <a:gd name="p0x60" fmla="*/ 0 w 1440"/>
              <a:gd name="p0y60" fmla="*/ 1246 h 1298"/>
              <a:gd name="p0x61" fmla="*/ 0 w 1440"/>
              <a:gd name="p0y61" fmla="*/ 1244 h 1298"/>
              <a:gd name="p0x62" fmla="*/ 0 w 1440"/>
              <a:gd name="p0y62" fmla="*/ 1243 h 1298"/>
              <a:gd name="p0x63" fmla="*/ 0 w 1440"/>
              <a:gd name="p0y63" fmla="*/ 1241 h 1298"/>
              <a:gd name="p0x64" fmla="*/ 0 w 1440"/>
              <a:gd name="p0y64" fmla="*/ 1239 h 1298"/>
              <a:gd name="p0x65" fmla="*/ 0 w 1440"/>
              <a:gd name="p0y65" fmla="*/ 1238 h 1298"/>
              <a:gd name="p0x66" fmla="*/ 0 w 1440"/>
              <a:gd name="p0y66" fmla="*/ 60 h 1298"/>
              <a:gd name="p0x67" fmla="*/ 0 w 1440"/>
              <a:gd name="p0y67" fmla="*/ 58 h 1298"/>
              <a:gd name="p0x68" fmla="*/ 0 w 1440"/>
              <a:gd name="p0y68" fmla="*/ 56 h 1298"/>
              <a:gd name="p0x69" fmla="*/ 0 w 1440"/>
              <a:gd name="p0y69" fmla="*/ 55 h 1298"/>
              <a:gd name="p0x70" fmla="*/ 0 w 1440"/>
              <a:gd name="p0y70" fmla="*/ 53 h 1298"/>
              <a:gd name="p0x71" fmla="*/ 0 w 1440"/>
              <a:gd name="p0y71" fmla="*/ 51 h 1298"/>
              <a:gd name="p0x72" fmla="*/ 0 w 1440"/>
              <a:gd name="p0y72" fmla="*/ 50 h 1298"/>
              <a:gd name="p0x73" fmla="*/ 1 w 1440"/>
              <a:gd name="p0y73" fmla="*/ 48 h 1298"/>
              <a:gd name="p0x74" fmla="*/ 1 w 1440"/>
              <a:gd name="p0y74" fmla="*/ 47 h 1298"/>
              <a:gd name="p0x75" fmla="*/ 1 w 1440"/>
              <a:gd name="p0y75" fmla="*/ 45 h 1298"/>
              <a:gd name="p0x76" fmla="*/ 2 w 1440"/>
              <a:gd name="p0y76" fmla="*/ 44 h 1298"/>
              <a:gd name="p0x77" fmla="*/ 2 w 1440"/>
              <a:gd name="p0y77" fmla="*/ 42 h 1298"/>
              <a:gd name="p0x78" fmla="*/ 2 w 1440"/>
              <a:gd name="p0y78" fmla="*/ 41 h 1298"/>
              <a:gd name="p0x79" fmla="*/ 3 w 1440"/>
              <a:gd name="p0y79" fmla="*/ 39 h 1298"/>
              <a:gd name="p0x80" fmla="*/ 3 w 1440"/>
              <a:gd name="p0y80" fmla="*/ 38 h 1298"/>
              <a:gd name="p0x81" fmla="*/ 4 w 1440"/>
              <a:gd name="p0y81" fmla="*/ 36 h 1298"/>
              <a:gd name="p0x82" fmla="*/ 5 w 1440"/>
              <a:gd name="p0y82" fmla="*/ 35 h 1298"/>
              <a:gd name="p0x83" fmla="*/ 5 w 1440"/>
              <a:gd name="p0y83" fmla="*/ 34 h 1298"/>
              <a:gd name="p0x84" fmla="*/ 6 w 1440"/>
              <a:gd name="p0y84" fmla="*/ 32 h 1298"/>
              <a:gd name="p0x85" fmla="*/ 7 w 1440"/>
              <a:gd name="p0y85" fmla="*/ 31 h 1298"/>
              <a:gd name="p0x86" fmla="*/ 7 w 1440"/>
              <a:gd name="p0y86" fmla="*/ 30 h 1298"/>
              <a:gd name="p0x87" fmla="*/ 8 w 1440"/>
              <a:gd name="p0y87" fmla="*/ 28 h 1298"/>
              <a:gd name="p0x88" fmla="*/ 9 w 1440"/>
              <a:gd name="p0y88" fmla="*/ 27 h 1298"/>
              <a:gd name="p0x89" fmla="*/ 10 w 1440"/>
              <a:gd name="p0y89" fmla="*/ 26 h 1298"/>
              <a:gd name="p0x90" fmla="*/ 11 w 1440"/>
              <a:gd name="p0y90" fmla="*/ 25 h 1298"/>
              <a:gd name="p0x91" fmla="*/ 12 w 1440"/>
              <a:gd name="p0y91" fmla="*/ 23 h 1298"/>
              <a:gd name="p0x92" fmla="*/ 13 w 1440"/>
              <a:gd name="p0y92" fmla="*/ 22 h 1298"/>
              <a:gd name="p0x93" fmla="*/ 14 w 1440"/>
              <a:gd name="p0y93" fmla="*/ 21 h 1298"/>
              <a:gd name="p0x94" fmla="*/ 14 w 1440"/>
              <a:gd name="p0y94" fmla="*/ 20 h 1298"/>
              <a:gd name="p0x95" fmla="*/ 16 w 1440"/>
              <a:gd name="p0y95" fmla="*/ 19 h 1298"/>
              <a:gd name="p0x96" fmla="*/ 17 w 1440"/>
              <a:gd name="p0y96" fmla="*/ 18 h 1298"/>
              <a:gd name="p0x97" fmla="*/ 18 w 1440"/>
              <a:gd name="p0y97" fmla="*/ 17 h 1298"/>
              <a:gd name="p0x98" fmla="*/ 19 w 1440"/>
              <a:gd name="p0y98" fmla="*/ 16 h 1298"/>
              <a:gd name="p0x99" fmla="*/ 20 w 1440"/>
              <a:gd name="p0y99" fmla="*/ 14 h 1298"/>
              <a:gd name="p0x100" fmla="*/ 21 w 1440"/>
              <a:gd name="p0y100" fmla="*/ 14 h 1298"/>
              <a:gd name="p0x101" fmla="*/ 22 w 1440"/>
              <a:gd name="p0y101" fmla="*/ 13 h 1298"/>
              <a:gd name="p0x102" fmla="*/ 23 w 1440"/>
              <a:gd name="p0y102" fmla="*/ 12 h 1298"/>
              <a:gd name="p0x103" fmla="*/ 25 w 1440"/>
              <a:gd name="p0y103" fmla="*/ 11 h 1298"/>
              <a:gd name="p0x104" fmla="*/ 26 w 1440"/>
              <a:gd name="p0y104" fmla="*/ 10 h 1298"/>
              <a:gd name="p0x105" fmla="*/ 27 w 1440"/>
              <a:gd name="p0y105" fmla="*/ 9 h 1298"/>
              <a:gd name="p0x106" fmla="*/ 28 w 1440"/>
              <a:gd name="p0y106" fmla="*/ 8 h 1298"/>
              <a:gd name="p0x107" fmla="*/ 30 w 1440"/>
              <a:gd name="p0y107" fmla="*/ 7 h 1298"/>
              <a:gd name="p0x108" fmla="*/ 31 w 1440"/>
              <a:gd name="p0y108" fmla="*/ 7 h 1298"/>
              <a:gd name="p0x109" fmla="*/ 32 w 1440"/>
              <a:gd name="p0y109" fmla="*/ 6 h 1298"/>
              <a:gd name="p0x110" fmla="*/ 34 w 1440"/>
              <a:gd name="p0y110" fmla="*/ 5 h 1298"/>
              <a:gd name="p0x111" fmla="*/ 35 w 1440"/>
              <a:gd name="p0y111" fmla="*/ 5 h 1298"/>
              <a:gd name="p0x112" fmla="*/ 36 w 1440"/>
              <a:gd name="p0y112" fmla="*/ 4 h 1298"/>
              <a:gd name="p0x113" fmla="*/ 38 w 1440"/>
              <a:gd name="p0y113" fmla="*/ 3 h 1298"/>
              <a:gd name="p0x114" fmla="*/ 39 w 1440"/>
              <a:gd name="p0y114" fmla="*/ 3 h 1298"/>
              <a:gd name="p0x115" fmla="*/ 41 w 1440"/>
              <a:gd name="p0y115" fmla="*/ 2 h 1298"/>
              <a:gd name="p0x116" fmla="*/ 42 w 1440"/>
              <a:gd name="p0y116" fmla="*/ 2 h 1298"/>
              <a:gd name="p0x117" fmla="*/ 44 w 1440"/>
              <a:gd name="p0y117" fmla="*/ 2 h 1298"/>
              <a:gd name="p0x118" fmla="*/ 45 w 1440"/>
              <a:gd name="p0y118" fmla="*/ 1 h 1298"/>
              <a:gd name="p0x119" fmla="*/ 47 w 1440"/>
              <a:gd name="p0y119" fmla="*/ 1 h 1298"/>
              <a:gd name="p0x120" fmla="*/ 48 w 1440"/>
              <a:gd name="p0y120" fmla="*/ 1 h 1298"/>
              <a:gd name="p0x121" fmla="*/ 50 w 1440"/>
              <a:gd name="p0y121" fmla="*/ 0 h 1298"/>
              <a:gd name="p0x122" fmla="*/ 51 w 1440"/>
              <a:gd name="p0y122" fmla="*/ 0 h 1298"/>
              <a:gd name="p0x123" fmla="*/ 53 w 1440"/>
              <a:gd name="p0y123" fmla="*/ 0 h 1298"/>
              <a:gd name="p0x124" fmla="*/ 55 w 1440"/>
              <a:gd name="p0y124" fmla="*/ 0 h 1298"/>
              <a:gd name="p0x125" fmla="*/ 56 w 1440"/>
              <a:gd name="p0y125" fmla="*/ 0 h 1298"/>
              <a:gd name="p0x126" fmla="*/ 58 w 1440"/>
              <a:gd name="p0y126" fmla="*/ 0 h 1298"/>
              <a:gd name="p0x127" fmla="*/ 60 w 1440"/>
              <a:gd name="p0y127" fmla="*/ 0 h 12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6"/>
            </p:custDataLst>
          </p:nvPr>
        </p:nvSpPr>
        <p:spPr>
          <a:xfrm>
            <a:off x="723681" y="5850579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 4 </a:t>
            </a:r>
            <a:r>
              <a:rPr lang="zh-CN" altLang="en-US" sz="1050" spc="63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  <a:cs typeface="汉仪雅酷黑-65J" panose="00020600040101010101" charset="-122"/>
              </a:rPr>
              <a:t>步</a:t>
            </a:r>
            <a:endParaRPr lang="zh-CN" altLang="en-US" sz="1050" spc="63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  <a:cs typeface="汉仪雅酷黑-65J" panose="00020600040101010101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7"/>
            </p:custDataLst>
          </p:nvPr>
        </p:nvSpPr>
        <p:spPr>
          <a:xfrm>
            <a:off x="742950" y="6026791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升级</a:t>
            </a:r>
            <a:endParaRPr sz="1500" b="1">
              <a:solidFill>
                <a:srgbClr val="FFFFFF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8"/>
            </p:custDataLst>
          </p:nvPr>
        </p:nvSpPr>
        <p:spPr>
          <a:xfrm>
            <a:off x="1642745" y="5657215"/>
            <a:ext cx="9972675" cy="814705"/>
          </a:xfrm>
          <a:custGeom>
            <a:avLst/>
            <a:gdLst>
              <a:gd name="sw" fmla="*/ 1 w 15705"/>
              <a:gd name="sh" fmla="*/ 1 h 1283"/>
              <a:gd name="mins" fmla="min sw sh"/>
              <a:gd name="dsw" fmla="+- 0 sw mins"/>
              <a:gd name="dsh" fmla="+- 0 sh mins"/>
              <a:gd name="p0x0" fmla="*/ 60 w 15705"/>
              <a:gd name="p0y0" fmla="*/ 0 h 1283"/>
              <a:gd name="p0x1" fmla="*/ 15645 w 15705"/>
              <a:gd name="p0y1" fmla="*/ 0 h 1283"/>
              <a:gd name="p0x2" fmla="*/ 15678 w 15705"/>
              <a:gd name="p0y2" fmla="*/ 0 h 1283"/>
              <a:gd name="p0x3" fmla="*/ 15705 w 15705"/>
              <a:gd name="p0y3" fmla="*/ 26 h 1283"/>
              <a:gd name="p0x4" fmla="*/ 15705 w 15705"/>
              <a:gd name="p0y4" fmla="*/ 60 h 1283"/>
              <a:gd name="p0x5" fmla="*/ 15705 w 15705"/>
              <a:gd name="p0y5" fmla="*/ 1223 h 1283"/>
              <a:gd name="p0x6" fmla="*/ 15705 w 15705"/>
              <a:gd name="p0y6" fmla="*/ 1256 h 1283"/>
              <a:gd name="p0x7" fmla="*/ 15678 w 15705"/>
              <a:gd name="p0y7" fmla="*/ 1283 h 1283"/>
              <a:gd name="p0x8" fmla="*/ 15645 w 15705"/>
              <a:gd name="p0y8" fmla="*/ 1283 h 1283"/>
              <a:gd name="p0x9" fmla="*/ 60 w 15705"/>
              <a:gd name="p0y9" fmla="*/ 1283 h 1283"/>
              <a:gd name="p0x10" fmla="*/ 26 w 15705"/>
              <a:gd name="p0y10" fmla="*/ 1283 h 1283"/>
              <a:gd name="p0x11" fmla="*/ 0 w 15705"/>
              <a:gd name="p0y11" fmla="*/ 1256 h 1283"/>
              <a:gd name="p0x12" fmla="*/ 0 w 15705"/>
              <a:gd name="p0y12" fmla="*/ 1223 h 1283"/>
              <a:gd name="p0x13" fmla="*/ 0 w 15705"/>
              <a:gd name="p0y13" fmla="*/ 60 h 1283"/>
              <a:gd name="p0x14" fmla="*/ 0 w 15705"/>
              <a:gd name="p0y14" fmla="*/ 26 h 1283"/>
              <a:gd name="p0x15" fmla="*/ 26 w 15705"/>
              <a:gd name="p0y15" fmla="*/ 0 h 1283"/>
              <a:gd name="p0x16" fmla="*/ 60 w 15705"/>
              <a:gd name="p0y16" fmla="*/ 0 h 128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7059"/>
              </a:srgbClr>
            </a:solidFill>
            <a:prstDash val="solid"/>
          </a:ln>
          <a:effectLst>
            <a:outerShdw blurRad="114300" dist="19050" dir="5399999" algn="ctr" rotWithShape="0">
              <a:schemeClr val="bg2">
                <a:lumMod val="23952"/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39"/>
            </p:custDataLst>
          </p:nvPr>
        </p:nvSpPr>
        <p:spPr>
          <a:xfrm>
            <a:off x="1800225" y="5761355"/>
            <a:ext cx="0" cy="299720"/>
          </a:xfrm>
          <a:custGeom>
            <a:avLst/>
            <a:gdLst>
              <a:gd name="sw" fmla="*/ 1 w 299970"/>
              <a:gd name="sh" fmla="*/ 1 h 299497"/>
              <a:gd name="mins" fmla="min sw sh"/>
              <a:gd name="dsw" fmla="+- 0 sw mins"/>
              <a:gd name="dsh" fmla="+- 0 sh mins"/>
              <a:gd name="p0a0dx" fmla="*/ dsw -147150 1"/>
              <a:gd name="p0a0dy" fmla="*/ dsh 159058 1"/>
              <a:gd name="p0a1dx" fmla="*/ dsw -147150 1"/>
              <a:gd name="p0a1dy" fmla="*/ dsh -140439 1"/>
              <a:gd name="p0a2dx" fmla="*/ dsw 152820 1"/>
              <a:gd name="p0a2dy" fmla="*/ dsh -140439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512 mins 1"/>
              <a:gd name="p0y5" fmla="+- p0y5s p0a1dy 0"/>
              <a:gd name="p0x6s" fmla="*/ 0 mins 1"/>
              <a:gd name="p0x6" fmla="+- p0x6s p0a1dx 0"/>
              <a:gd name="p0y6s" fmla="*/ -66678 mins 1"/>
              <a:gd name="p0y6" fmla="+- p0y6s p0a1dy 0"/>
              <a:gd name="p0x7s" fmla="*/ -67150 mins 1"/>
              <a:gd name="p0x7" fmla="+- p0x7s p0a1dx 0"/>
              <a:gd name="p0y7s" fmla="*/ 472 mins 1"/>
              <a:gd name="p0y7" fmla="+- p0y7s p0a1dy 0"/>
              <a:gd name="p0x8s" fmla="*/ -149985 mins 1"/>
              <a:gd name="p0x8" fmla="+- p0x8s p0a1dx 0"/>
              <a:gd name="p0y8s" fmla="*/ 472 mins 1"/>
              <a:gd name="p0y8" fmla="+- p0y8s p0a1dy 0"/>
              <a:gd name="p0x9s" fmla="*/ 149985 mins 1"/>
              <a:gd name="p0x9" fmla="+- p0x9s p0a2dx 0"/>
              <a:gd name="p0y9s" fmla="*/ 472 mins 1"/>
              <a:gd name="p0y9" fmla="+- p0y9s p0a2dy 0"/>
              <a:gd name="p0x10s" fmla="*/ 67150 mins 1"/>
              <a:gd name="p0x10" fmla="+- p0x10s p0a2dx 0"/>
              <a:gd name="p0y10s" fmla="*/ 472 mins 1"/>
              <a:gd name="p0y10" fmla="+- p0y10s p0a2dy 0"/>
              <a:gd name="p0x11s" fmla="*/ 0 mins 1"/>
              <a:gd name="p0x11" fmla="+- p0x11s p0a2dx 0"/>
              <a:gd name="p0y11s" fmla="*/ -66678 mins 1"/>
              <a:gd name="p0y11" fmla="+- p0y11s p0a2dy 0"/>
              <a:gd name="p0x12s" fmla="*/ 0 mins 1"/>
              <a:gd name="p0x12" fmla="+- p0x12s p0a2dx 0"/>
              <a:gd name="p0y12s" fmla="*/ -149512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40"/>
            </p:custDataLst>
          </p:nvPr>
        </p:nvSpPr>
        <p:spPr>
          <a:xfrm>
            <a:off x="1800225" y="5755872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8EDF8"/>
                </a:solidFill>
                <a:latin typeface="汉仪雅酷黑-65J" panose="00020600040101010101" charset="-122"/>
                <a:ea typeface="汉仪雅酷黑-65J" panose="00020600040101010101" charset="-122"/>
              </a:rPr>
              <a:t>下一步方向</a:t>
            </a:r>
            <a:endParaRPr b="1">
              <a:solidFill>
                <a:srgbClr val="E8EDF8"/>
              </a:solidFill>
              <a:latin typeface="汉仪雅酷黑-65J" panose="00020600040101010101" charset="-122"/>
              <a:ea typeface="汉仪雅酷黑-65J" panose="0002060004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1"/>
            </p:custDataLst>
          </p:nvPr>
        </p:nvSpPr>
        <p:spPr>
          <a:xfrm>
            <a:off x="1800225" y="6074283"/>
            <a:ext cx="96583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开发更先进、更高效、更高质量的新型电磁屏蔽材料，拓展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民生电子消费</a:t>
            </a:r>
            <a:r>
              <a:rPr sz="1350">
                <a:solidFill>
                  <a:schemeClr val="tx2">
                    <a:lumMod val="6961"/>
                    <a:lumOff val="93039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等领域</a:t>
            </a:r>
            <a:endParaRPr sz="1350">
              <a:solidFill>
                <a:schemeClr val="tx2">
                  <a:lumMod val="6961"/>
                  <a:lumOff val="93039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团队故事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6000" y="42621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学习与科创相辅相成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  <a:p>
            <a:r>
              <a:rPr lang="zh-CN" altLang="en-US">
                <a:solidFill>
                  <a:schemeClr val="bg2">
                    <a:lumMod val="10000"/>
                    <a:lumOff val="90000"/>
                  </a:schemeClr>
                </a:solidFill>
              </a:rPr>
              <a:t>致敬每一位并肩前行的追光者</a:t>
            </a:r>
            <a:endParaRPr lang="zh-CN" altLang="en-US">
              <a:solidFill>
                <a:schemeClr val="bg2">
                  <a:lumMod val="10000"/>
                  <a:lumOff val="9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+mj-ea"/>
                <a:cs typeface="+mj-lt"/>
              </a:rPr>
              <a:t>故事的起点：一堂导论课</a:t>
            </a:r>
            <a:endParaRPr sz="3000" b="1">
              <a:solidFill>
                <a:schemeClr val="tx2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178"/>
                </a:solidFill>
                <a:cs typeface="+mn-lt"/>
              </a:rPr>
              <a:t>一群志同道合的伙伴，从一堂课出发</a:t>
            </a:r>
            <a:endParaRPr sz="1500">
              <a:solidFill>
                <a:srgbClr val="4A6178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3"/>
            </p:custDataLst>
          </p:nvPr>
        </p:nvSpPr>
        <p:spPr>
          <a:xfrm>
            <a:off x="3962400" y="431800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4105275" y="4432300"/>
            <a:ext cx="95250" cy="152400"/>
          </a:xfrm>
          <a:prstGeom prst="rect">
            <a:avLst/>
          </a:prstGeom>
        </p:spPr>
      </p:pic>
      <p:sp>
        <p:nvSpPr>
          <p:cNvPr id="30" name="任意多边形 29"/>
          <p:cNvSpPr/>
          <p:nvPr>
            <p:custDataLst>
              <p:tags r:id="rId7"/>
            </p:custDataLst>
          </p:nvPr>
        </p:nvSpPr>
        <p:spPr>
          <a:xfrm>
            <a:off x="7848600" y="431800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2500" t="-7143" r="-12500" b="-7143"/>
          <a:stretch>
            <a:fillRect/>
          </a:stretch>
        </p:blipFill>
        <p:spPr>
          <a:xfrm>
            <a:off x="7991475" y="4432300"/>
            <a:ext cx="95250" cy="152400"/>
          </a:xfrm>
          <a:prstGeom prst="rect">
            <a:avLst/>
          </a:prstGeom>
        </p:spPr>
      </p:pic>
      <p:sp>
        <p:nvSpPr>
          <p:cNvPr id="7" name="任意多边形 6"/>
          <p:cNvSpPr/>
          <p:nvPr>
            <p:custDataLst>
              <p:tags r:id="rId9"/>
            </p:custDataLst>
          </p:nvPr>
        </p:nvSpPr>
        <p:spPr>
          <a:xfrm>
            <a:off x="571500" y="1447800"/>
            <a:ext cx="11049000" cy="863600"/>
          </a:xfrm>
          <a:custGeom>
            <a:avLst/>
            <a:gdLst>
              <a:gd name="sw" fmla="*/ 1 w 17400"/>
              <a:gd name="sh" fmla="*/ 1 h 1360"/>
              <a:gd name="mins" fmla="min sw sh"/>
              <a:gd name="dsw" fmla="+- 0 sw mins"/>
              <a:gd name="dsh" fmla="+- 0 sh mins"/>
              <a:gd name="p0x0" fmla="*/ 180 w 17400"/>
              <a:gd name="p0y0" fmla="*/ 0 h 1360"/>
              <a:gd name="p0x1" fmla="*/ 17220 w 17400"/>
              <a:gd name="p0y1" fmla="*/ 0 h 1360"/>
              <a:gd name="p0x2" fmla="*/ 17319 w 17400"/>
              <a:gd name="p0y2" fmla="*/ 0 h 1360"/>
              <a:gd name="p0x3" fmla="*/ 17400 w 17400"/>
              <a:gd name="p0y3" fmla="*/ 80 h 1360"/>
              <a:gd name="p0x4" fmla="*/ 17400 w 17400"/>
              <a:gd name="p0y4" fmla="*/ 180 h 1360"/>
              <a:gd name="p0x5" fmla="*/ 17400 w 17400"/>
              <a:gd name="p0y5" fmla="*/ 1180 h 1360"/>
              <a:gd name="p0x6" fmla="*/ 17400 w 17400"/>
              <a:gd name="p0y6" fmla="*/ 1280 h 1360"/>
              <a:gd name="p0x7" fmla="*/ 17319 w 17400"/>
              <a:gd name="p0y7" fmla="*/ 1360 h 1360"/>
              <a:gd name="p0x8" fmla="*/ 17220 w 17400"/>
              <a:gd name="p0y8" fmla="*/ 1360 h 1360"/>
              <a:gd name="p0x9" fmla="*/ 180 w 17400"/>
              <a:gd name="p0y9" fmla="*/ 1360 h 1360"/>
              <a:gd name="p0x10" fmla="*/ 80 w 17400"/>
              <a:gd name="p0y10" fmla="*/ 1360 h 1360"/>
              <a:gd name="p0x11" fmla="*/ 0 w 17400"/>
              <a:gd name="p0y11" fmla="*/ 1280 h 1360"/>
              <a:gd name="p0x12" fmla="*/ 0 w 17400"/>
              <a:gd name="p0y12" fmla="*/ 1180 h 1360"/>
              <a:gd name="p0x13" fmla="*/ 0 w 17400"/>
              <a:gd name="p0y13" fmla="*/ 180 h 1360"/>
              <a:gd name="p0x14" fmla="*/ 0 w 17400"/>
              <a:gd name="p0y14" fmla="*/ 80 h 1360"/>
              <a:gd name="p0x15" fmla="*/ 80 w 17400"/>
              <a:gd name="p0y15" fmla="*/ 0 h 1360"/>
              <a:gd name="p0x16" fmla="*/ 180 w 17400"/>
              <a:gd name="p0y16" fmla="*/ 0 h 1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  <a:alpha val="76000"/>
            </a:schemeClr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762000" y="1721729"/>
            <a:ext cx="34291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chemeClr val="tx1"/>
                </a:solidFill>
                <a:cs typeface="+mn-lt"/>
              </a:rPr>
              <a:t>兴趣是最强引擎</a:t>
            </a:r>
            <a:r>
              <a:rPr>
                <a:solidFill>
                  <a:srgbClr val="1E3A5C"/>
                </a:solidFill>
                <a:cs typeface="+mn-lt"/>
              </a:rPr>
              <a:t>，</a:t>
            </a:r>
            <a:r>
              <a:rPr b="1">
                <a:solidFill>
                  <a:srgbClr val="F3861A"/>
                </a:solidFill>
                <a:cs typeface="+mn-lt"/>
              </a:rPr>
              <a:t>从一堂课开始</a:t>
            </a:r>
            <a:endParaRPr b="1">
              <a:solidFill>
                <a:srgbClr val="F3861A"/>
              </a:solidFill>
              <a:cs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11"/>
            </p:custDataLst>
          </p:nvPr>
        </p:nvSpPr>
        <p:spPr>
          <a:xfrm>
            <a:off x="575945" y="2545080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2"/>
            </p:custDataLst>
          </p:nvPr>
        </p:nvSpPr>
        <p:spPr>
          <a:xfrm>
            <a:off x="7715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909714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cs typeface="+mn-lt"/>
              </a:rPr>
              <a:t>1</a:t>
            </a:r>
            <a:endParaRPr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049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2E65B0"/>
                </a:solidFill>
                <a:cs typeface="+mn-lt"/>
              </a:rPr>
              <a:t>阶段</a:t>
            </a:r>
            <a:r>
              <a:rPr lang="en-US" altLang="zh-CN" sz="1050" b="1" spc="63">
                <a:solidFill>
                  <a:srgbClr val="2E65B0"/>
                </a:solidFill>
                <a:cs typeface="+mn-lt"/>
              </a:rPr>
              <a:t> 01</a:t>
            </a:r>
            <a:endParaRPr lang="en-US" altLang="zh-CN" sz="1050" b="1" spc="63">
              <a:solidFill>
                <a:srgbClr val="2E65B0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3049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导论课初识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71525" y="3383280"/>
            <a:ext cx="990600" cy="266700"/>
          </a:xfrm>
          <a:custGeom>
            <a:avLst/>
            <a:gdLst>
              <a:gd name="sw" fmla="*/ 1 w 1560"/>
              <a:gd name="sh" fmla="*/ 1 h 420"/>
              <a:gd name="mins" fmla="min sw sh"/>
              <a:gd name="dsw" fmla="+- 0 sw mins"/>
              <a:gd name="dsh" fmla="+- 0 sh mins"/>
              <a:gd name="p0x0" fmla="*/ 210 w 1560"/>
              <a:gd name="p0y0" fmla="*/ 0 h 420"/>
              <a:gd name="p0x1" fmla="*/ 1350 w 1560"/>
              <a:gd name="p0y1" fmla="*/ 0 h 420"/>
              <a:gd name="p0x2" fmla="*/ 1466 w 1560"/>
              <a:gd name="p0y2" fmla="*/ 0 h 420"/>
              <a:gd name="p0x3" fmla="*/ 1560 w 1560"/>
              <a:gd name="p0y3" fmla="*/ 94 h 420"/>
              <a:gd name="p0x4" fmla="*/ 1560 w 1560"/>
              <a:gd name="p0y4" fmla="*/ 210 h 420"/>
              <a:gd name="p0x5" fmla="*/ 1560 w 1560"/>
              <a:gd name="p0y5" fmla="*/ 325 h 420"/>
              <a:gd name="p0x6" fmla="*/ 1466 w 1560"/>
              <a:gd name="p0y6" fmla="*/ 420 h 420"/>
              <a:gd name="p0x7" fmla="*/ 1350 w 1560"/>
              <a:gd name="p0y7" fmla="*/ 420 h 420"/>
              <a:gd name="p0x8" fmla="*/ 210 w 1560"/>
              <a:gd name="p0y8" fmla="*/ 420 h 420"/>
              <a:gd name="p0x9" fmla="*/ 94 w 1560"/>
              <a:gd name="p0y9" fmla="*/ 420 h 420"/>
              <a:gd name="p0x10" fmla="*/ 0 w 1560"/>
              <a:gd name="p0y10" fmla="*/ 325 h 420"/>
              <a:gd name="p0x11" fmla="*/ 0 w 1560"/>
              <a:gd name="p0y11" fmla="*/ 210 h 420"/>
              <a:gd name="p0x12" fmla="*/ 0 w 1560"/>
              <a:gd name="p0y12" fmla="*/ 94 h 420"/>
              <a:gd name="p0x13" fmla="*/ 94 w 1560"/>
              <a:gd name="p0y13" fmla="*/ 0 h 420"/>
              <a:gd name="p0x14" fmla="*/ 210 w 15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885825" y="3412989"/>
            <a:ext cx="9144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163C7A"/>
                </a:solidFill>
                <a:cs typeface="+mn-lt"/>
              </a:rPr>
              <a:t>专业导论课</a:t>
            </a:r>
            <a:endParaRPr sz="1200" b="1">
              <a:solidFill>
                <a:srgbClr val="163C7A"/>
              </a:solidFill>
              <a:cs typeface="+mn-lt"/>
            </a:endParaRPr>
          </a:p>
        </p:txBody>
      </p:sp>
      <p:sp>
        <p:nvSpPr>
          <p:cNvPr id="16" name="矩形 15"/>
          <p:cNvSpPr/>
          <p:nvPr>
            <p:custDataLst>
              <p:tags r:id="rId18"/>
            </p:custDataLst>
          </p:nvPr>
        </p:nvSpPr>
        <p:spPr>
          <a:xfrm>
            <a:off x="7715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771525" y="4768215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914400" y="4649248"/>
            <a:ext cx="26670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cs typeface="+mn-lt"/>
              </a:rPr>
              <a:t>大二时，郭政佑在</a:t>
            </a:r>
            <a:r>
              <a:rPr sz="1500" b="1">
                <a:solidFill>
                  <a:srgbClr val="FFFFFF"/>
                </a:solidFill>
                <a:cs typeface="+mn-lt"/>
              </a:rPr>
              <a:t>巫瑞智教授</a:t>
            </a:r>
            <a:r>
              <a:rPr sz="1500">
                <a:solidFill>
                  <a:srgbClr val="FFFFFF"/>
                </a:solidFill>
                <a:cs typeface="+mn-lt"/>
              </a:rPr>
              <a:t>的专业导论课上第一次接触到</a:t>
            </a:r>
            <a:r>
              <a:rPr sz="1500" b="1">
                <a:solidFill>
                  <a:srgbClr val="FFFFFF"/>
                </a:solidFill>
                <a:cs typeface="+mn-lt"/>
              </a:rPr>
              <a:t>镁锂合金</a:t>
            </a:r>
            <a:endParaRPr sz="15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4462145" y="2545080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2"/>
            </p:custDataLst>
          </p:nvPr>
        </p:nvSpPr>
        <p:spPr>
          <a:xfrm>
            <a:off x="46577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4795914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cs typeface="+mn-lt"/>
              </a:rPr>
              <a:t>2</a:t>
            </a:r>
            <a:endParaRPr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51911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F3861A"/>
                </a:solidFill>
                <a:cs typeface="+mn-lt"/>
              </a:rPr>
              <a:t>阶段</a:t>
            </a:r>
            <a:r>
              <a:rPr lang="en-US" altLang="zh-CN" sz="1050" b="1" spc="63">
                <a:solidFill>
                  <a:srgbClr val="F3861A"/>
                </a:solidFill>
                <a:cs typeface="+mn-lt"/>
              </a:rPr>
              <a:t> 02</a:t>
            </a:r>
            <a:endParaRPr lang="en-US" altLang="zh-CN" sz="1050" b="1" spc="63">
              <a:solidFill>
                <a:srgbClr val="F3861A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51911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加入课题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4657725" y="3383280"/>
            <a:ext cx="838200" cy="266700"/>
          </a:xfrm>
          <a:custGeom>
            <a:avLst/>
            <a:gdLst>
              <a:gd name="sw" fmla="*/ 1 w 1320"/>
              <a:gd name="sh" fmla="*/ 1 h 420"/>
              <a:gd name="mins" fmla="min sw sh"/>
              <a:gd name="dsw" fmla="+- 0 sw mins"/>
              <a:gd name="dsh" fmla="+- 0 sh mins"/>
              <a:gd name="p0x0" fmla="*/ 210 w 1320"/>
              <a:gd name="p0y0" fmla="*/ 0 h 420"/>
              <a:gd name="p0x1" fmla="*/ 1110 w 1320"/>
              <a:gd name="p0y1" fmla="*/ 0 h 420"/>
              <a:gd name="p0x2" fmla="*/ 1226 w 1320"/>
              <a:gd name="p0y2" fmla="*/ 0 h 420"/>
              <a:gd name="p0x3" fmla="*/ 1320 w 1320"/>
              <a:gd name="p0y3" fmla="*/ 94 h 420"/>
              <a:gd name="p0x4" fmla="*/ 1320 w 1320"/>
              <a:gd name="p0y4" fmla="*/ 210 h 420"/>
              <a:gd name="p0x5" fmla="*/ 1320 w 1320"/>
              <a:gd name="p0y5" fmla="*/ 325 h 420"/>
              <a:gd name="p0x6" fmla="*/ 1226 w 1320"/>
              <a:gd name="p0y6" fmla="*/ 420 h 420"/>
              <a:gd name="p0x7" fmla="*/ 1110 w 1320"/>
              <a:gd name="p0y7" fmla="*/ 420 h 420"/>
              <a:gd name="p0x8" fmla="*/ 210 w 1320"/>
              <a:gd name="p0y8" fmla="*/ 420 h 420"/>
              <a:gd name="p0x9" fmla="*/ 94 w 1320"/>
              <a:gd name="p0y9" fmla="*/ 420 h 420"/>
              <a:gd name="p0x10" fmla="*/ 0 w 1320"/>
              <a:gd name="p0y10" fmla="*/ 325 h 420"/>
              <a:gd name="p0x11" fmla="*/ 0 w 1320"/>
              <a:gd name="p0y11" fmla="*/ 210 h 420"/>
              <a:gd name="p0x12" fmla="*/ 0 w 1320"/>
              <a:gd name="p0y12" fmla="*/ 94 h 420"/>
              <a:gd name="p0x13" fmla="*/ 94 w 1320"/>
              <a:gd name="p0y13" fmla="*/ 0 h 420"/>
              <a:gd name="p0x14" fmla="*/ 210 w 132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lumMod val="20331"/>
              <a:lumOff val="7966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7"/>
            </p:custDataLst>
          </p:nvPr>
        </p:nvSpPr>
        <p:spPr>
          <a:xfrm>
            <a:off x="4772025" y="3412989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B25E00"/>
                </a:solidFill>
                <a:cs typeface="+mn-lt"/>
              </a:rPr>
              <a:t>浓厚兴趣</a:t>
            </a:r>
            <a:endParaRPr sz="1200" b="1">
              <a:solidFill>
                <a:srgbClr val="B25E00"/>
              </a:solidFill>
              <a:cs typeface="+mn-lt"/>
            </a:endParaRPr>
          </a:p>
        </p:txBody>
      </p:sp>
      <p:sp>
        <p:nvSpPr>
          <p:cNvPr id="28" name="矩形 27"/>
          <p:cNvSpPr/>
          <p:nvPr>
            <p:custDataLst>
              <p:tags r:id="rId28"/>
            </p:custDataLst>
          </p:nvPr>
        </p:nvSpPr>
        <p:spPr>
          <a:xfrm>
            <a:off x="46577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9"/>
            </p:custDataLst>
          </p:nvPr>
        </p:nvSpPr>
        <p:spPr>
          <a:xfrm>
            <a:off x="4657725" y="4768215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4800600" y="4649248"/>
            <a:ext cx="27336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cs typeface="+mn-lt"/>
              </a:rPr>
              <a:t>带着浓厚兴趣，加入巫教授带领的</a:t>
            </a:r>
            <a:r>
              <a:rPr sz="1500" b="1">
                <a:solidFill>
                  <a:srgbClr val="FFFFFF"/>
                </a:solidFill>
                <a:cs typeface="+mn-lt"/>
              </a:rPr>
              <a:t>“镁锂基电磁屏蔽材料”</a:t>
            </a:r>
            <a:r>
              <a:rPr sz="1500">
                <a:solidFill>
                  <a:srgbClr val="FFFFFF"/>
                </a:solidFill>
                <a:cs typeface="+mn-lt"/>
              </a:rPr>
              <a:t>课题研究</a:t>
            </a:r>
            <a:endParaRPr sz="1500">
              <a:solidFill>
                <a:srgbClr val="FFFFFF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8348345" y="2568575"/>
            <a:ext cx="3267075" cy="3926840"/>
          </a:xfrm>
          <a:custGeom>
            <a:avLst/>
            <a:gdLst>
              <a:gd name="sw" fmla="*/ 1 w 5145"/>
              <a:gd name="sh" fmla="*/ 1 h 6184"/>
              <a:gd name="mins" fmla="min sw sh"/>
              <a:gd name="dsw" fmla="+- 0 sw mins"/>
              <a:gd name="dsh" fmla="+- 0 sh mins"/>
              <a:gd name="p0x0" fmla="*/ 300 w 5145"/>
              <a:gd name="p0y0" fmla="*/ 0 h 6184"/>
              <a:gd name="p0x1" fmla="*/ 4845 w 5145"/>
              <a:gd name="p0y1" fmla="*/ 0 h 6184"/>
              <a:gd name="p0x2" fmla="*/ 5010 w 5145"/>
              <a:gd name="p0y2" fmla="*/ 0 h 6184"/>
              <a:gd name="p0x3" fmla="*/ 5145 w 5145"/>
              <a:gd name="p0y3" fmla="*/ 134 h 6184"/>
              <a:gd name="p0x4" fmla="*/ 5145 w 5145"/>
              <a:gd name="p0y4" fmla="*/ 300 h 6184"/>
              <a:gd name="p0x5" fmla="*/ 5145 w 5145"/>
              <a:gd name="p0y5" fmla="*/ 5884 h 6184"/>
              <a:gd name="p0x6" fmla="*/ 5145 w 5145"/>
              <a:gd name="p0y6" fmla="*/ 6049 h 6184"/>
              <a:gd name="p0x7" fmla="*/ 5010 w 5145"/>
              <a:gd name="p0y7" fmla="*/ 6184 h 6184"/>
              <a:gd name="p0x8" fmla="*/ 4845 w 5145"/>
              <a:gd name="p0y8" fmla="*/ 6184 h 6184"/>
              <a:gd name="p0x9" fmla="*/ 300 w 5145"/>
              <a:gd name="p0y9" fmla="*/ 6184 h 6184"/>
              <a:gd name="p0x10" fmla="*/ 134 w 5145"/>
              <a:gd name="p0y10" fmla="*/ 6184 h 6184"/>
              <a:gd name="p0x11" fmla="*/ 0 w 5145"/>
              <a:gd name="p0y11" fmla="*/ 6049 h 6184"/>
              <a:gd name="p0x12" fmla="*/ 0 w 5145"/>
              <a:gd name="p0y12" fmla="*/ 5884 h 6184"/>
              <a:gd name="p0x13" fmla="*/ 0 w 5145"/>
              <a:gd name="p0y13" fmla="*/ 300 h 6184"/>
              <a:gd name="p0x14" fmla="*/ 0 w 5145"/>
              <a:gd name="p0y14" fmla="*/ 134 h 6184"/>
              <a:gd name="p0x15" fmla="*/ 134 w 5145"/>
              <a:gd name="p0y15" fmla="*/ 0 h 6184"/>
              <a:gd name="p0x16" fmla="*/ 300 w 514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8543925" y="27762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8682113" y="2856252"/>
            <a:ext cx="371256" cy="25431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cs typeface="+mn-lt"/>
              </a:rPr>
              <a:t>3</a:t>
            </a:r>
            <a:endParaRPr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9077325" y="2732427"/>
            <a:ext cx="23431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 b="1" spc="63">
                <a:solidFill>
                  <a:srgbClr val="3D7FA8"/>
                </a:solidFill>
                <a:cs typeface="+mn-lt"/>
              </a:rPr>
              <a:t>阶段</a:t>
            </a:r>
            <a:r>
              <a:rPr lang="en-US" altLang="zh-CN" sz="1050" b="1" spc="63">
                <a:solidFill>
                  <a:srgbClr val="3D7FA8"/>
                </a:solidFill>
                <a:cs typeface="+mn-lt"/>
              </a:rPr>
              <a:t> 03</a:t>
            </a:r>
            <a:endParaRPr lang="en-US" altLang="zh-CN" sz="1050" b="1" spc="63">
              <a:solidFill>
                <a:srgbClr val="3D7FA8"/>
              </a:solidFill>
              <a:cs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9077325" y="2930071"/>
            <a:ext cx="23431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开启研究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8543925" y="3383280"/>
            <a:ext cx="838200" cy="266700"/>
          </a:xfrm>
          <a:custGeom>
            <a:avLst/>
            <a:gdLst>
              <a:gd name="sw" fmla="*/ 1 w 1320"/>
              <a:gd name="sh" fmla="*/ 1 h 420"/>
              <a:gd name="mins" fmla="min sw sh"/>
              <a:gd name="dsw" fmla="+- 0 sw mins"/>
              <a:gd name="dsh" fmla="+- 0 sh mins"/>
              <a:gd name="p0x0" fmla="*/ 210 w 1320"/>
              <a:gd name="p0y0" fmla="*/ 0 h 420"/>
              <a:gd name="p0x1" fmla="*/ 1110 w 1320"/>
              <a:gd name="p0y1" fmla="*/ 0 h 420"/>
              <a:gd name="p0x2" fmla="*/ 1226 w 1320"/>
              <a:gd name="p0y2" fmla="*/ 0 h 420"/>
              <a:gd name="p0x3" fmla="*/ 1320 w 1320"/>
              <a:gd name="p0y3" fmla="*/ 94 h 420"/>
              <a:gd name="p0x4" fmla="*/ 1320 w 1320"/>
              <a:gd name="p0y4" fmla="*/ 210 h 420"/>
              <a:gd name="p0x5" fmla="*/ 1320 w 1320"/>
              <a:gd name="p0y5" fmla="*/ 325 h 420"/>
              <a:gd name="p0x6" fmla="*/ 1226 w 1320"/>
              <a:gd name="p0y6" fmla="*/ 420 h 420"/>
              <a:gd name="p0x7" fmla="*/ 1110 w 1320"/>
              <a:gd name="p0y7" fmla="*/ 420 h 420"/>
              <a:gd name="p0x8" fmla="*/ 210 w 1320"/>
              <a:gd name="p0y8" fmla="*/ 420 h 420"/>
              <a:gd name="p0x9" fmla="*/ 94 w 1320"/>
              <a:gd name="p0y9" fmla="*/ 420 h 420"/>
              <a:gd name="p0x10" fmla="*/ 0 w 1320"/>
              <a:gd name="p0y10" fmla="*/ 325 h 420"/>
              <a:gd name="p0x11" fmla="*/ 0 w 1320"/>
              <a:gd name="p0y11" fmla="*/ 210 h 420"/>
              <a:gd name="p0x12" fmla="*/ 0 w 1320"/>
              <a:gd name="p0y12" fmla="*/ 94 h 420"/>
              <a:gd name="p0x13" fmla="*/ 94 w 1320"/>
              <a:gd name="p0y13" fmla="*/ 0 h 420"/>
              <a:gd name="p0x14" fmla="*/ 210 w 132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>
              <a:lumMod val="18506"/>
              <a:lumOff val="8149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8658225" y="3412989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1B5C82"/>
                </a:solidFill>
                <a:cs typeface="+mn-lt"/>
              </a:rPr>
              <a:t>志同道合</a:t>
            </a:r>
            <a:endParaRPr sz="1200" b="1">
              <a:solidFill>
                <a:srgbClr val="1B5C82"/>
              </a:solidFill>
              <a:cs typeface="+mn-lt"/>
            </a:endParaRPr>
          </a:p>
        </p:txBody>
      </p:sp>
      <p:sp>
        <p:nvSpPr>
          <p:cNvPr id="40" name="矩形 39"/>
          <p:cNvSpPr/>
          <p:nvPr>
            <p:custDataLst>
              <p:tags r:id="rId38"/>
            </p:custDataLst>
          </p:nvPr>
        </p:nvSpPr>
        <p:spPr>
          <a:xfrm>
            <a:off x="8543925" y="3802380"/>
            <a:ext cx="2876550" cy="9525"/>
          </a:xfrm>
          <a:prstGeom prst="rect">
            <a:avLst/>
          </a:prstGeom>
          <a:solidFill>
            <a:schemeClr val="accent4">
              <a:lumMod val="26939"/>
              <a:lumOff val="7306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39"/>
            </p:custDataLst>
          </p:nvPr>
        </p:nvSpPr>
        <p:spPr>
          <a:xfrm>
            <a:off x="8543925" y="4768215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8686800" y="4649248"/>
            <a:ext cx="27622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cs typeface="+mn-lt"/>
              </a:rPr>
              <a:t>与一群志同道合的小伙伴，开启</a:t>
            </a:r>
            <a:endParaRPr sz="1500">
              <a:solidFill>
                <a:srgbClr val="FFFFFF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  <a:cs typeface="+mn-lt"/>
              </a:rPr>
              <a:t>镁锂合金材料综合性能提升</a:t>
            </a:r>
            <a:r>
              <a:rPr sz="1500">
                <a:solidFill>
                  <a:srgbClr val="FFFFFF"/>
                </a:solidFill>
                <a:cs typeface="+mn-lt"/>
              </a:rPr>
              <a:t>的研究之路</a:t>
            </a:r>
            <a:endParaRPr sz="1500">
              <a:solidFill>
                <a:srgbClr val="FFFFFF"/>
              </a:solidFill>
              <a:cs typeface="+mn-lt"/>
            </a:endParaRPr>
          </a:p>
        </p:txBody>
      </p:sp>
    </p:spTree>
    <p:custDataLst>
      <p:tags r:id="rId4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+mj-ea"/>
                <a:cs typeface="+mj-lt"/>
              </a:rPr>
              <a:t>一轮又一轮的实验攻坚</a:t>
            </a:r>
            <a:endParaRPr sz="3000" b="1">
              <a:solidFill>
                <a:schemeClr val="tx2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6178"/>
                </a:solidFill>
                <a:cs typeface="+mn-lt"/>
              </a:rPr>
              <a:t>从</a:t>
            </a:r>
            <a:r>
              <a:rPr lang="en-US" altLang="zh-CN" sz="1500">
                <a:solidFill>
                  <a:srgbClr val="4A6178"/>
                </a:solidFill>
                <a:cs typeface="+mn-lt"/>
              </a:rPr>
              <a:t>2022</a:t>
            </a:r>
            <a:r>
              <a:rPr lang="zh-CN" altLang="en-US" sz="1500">
                <a:solidFill>
                  <a:srgbClr val="4A6178"/>
                </a:solidFill>
                <a:cs typeface="+mn-lt"/>
              </a:rPr>
              <a:t>年</a:t>
            </a:r>
            <a:r>
              <a:rPr lang="en-US" altLang="zh-CN" sz="1500">
                <a:solidFill>
                  <a:srgbClr val="4A6178"/>
                </a:solidFill>
                <a:cs typeface="+mn-lt"/>
              </a:rPr>
              <a:t>8</a:t>
            </a:r>
            <a:r>
              <a:rPr lang="zh-CN" altLang="en-US" sz="1500">
                <a:solidFill>
                  <a:srgbClr val="4A6178"/>
                </a:solidFill>
                <a:cs typeface="+mn-lt"/>
              </a:rPr>
              <a:t>月到</a:t>
            </a:r>
            <a:r>
              <a:rPr lang="en-US" altLang="zh-CN" sz="1500">
                <a:solidFill>
                  <a:srgbClr val="4A6178"/>
                </a:solidFill>
                <a:cs typeface="+mn-lt"/>
              </a:rPr>
              <a:t>2023</a:t>
            </a:r>
            <a:r>
              <a:rPr lang="zh-CN" altLang="en-US" sz="1500">
                <a:solidFill>
                  <a:srgbClr val="4A6178"/>
                </a:solidFill>
                <a:cs typeface="+mn-lt"/>
              </a:rPr>
              <a:t>年</a:t>
            </a:r>
            <a:r>
              <a:rPr lang="en-US" altLang="zh-CN" sz="1500">
                <a:solidFill>
                  <a:srgbClr val="4A6178"/>
                </a:solidFill>
                <a:cs typeface="+mn-lt"/>
              </a:rPr>
              <a:t>5</a:t>
            </a:r>
            <a:r>
              <a:rPr lang="zh-CN" altLang="en-US" sz="1500">
                <a:solidFill>
                  <a:srgbClr val="4A6178"/>
                </a:solidFill>
                <a:cs typeface="+mn-lt"/>
              </a:rPr>
              <a:t>月，实验室见证他们的坚持</a:t>
            </a:r>
            <a:endParaRPr lang="zh-CN" altLang="en-US" sz="1500">
              <a:solidFill>
                <a:srgbClr val="4A6178"/>
              </a:solidFill>
              <a:cs typeface="+mn-lt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781050" y="2118995"/>
            <a:ext cx="19050" cy="7099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971550" y="1600200"/>
            <a:ext cx="10496550" cy="1037590"/>
            <a:chOff x="1530" y="2520"/>
            <a:chExt cx="16530" cy="1634"/>
          </a:xfrm>
          <a:solidFill>
            <a:schemeClr val="accent1">
              <a:lumMod val="60000"/>
              <a:lumOff val="40000"/>
            </a:schemeClr>
          </a:solidFill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530" y="2520"/>
              <a:ext cx="16530" cy="1635"/>
            </a:xfrm>
            <a:custGeom>
              <a:avLst/>
              <a:gdLst>
                <a:gd name="sw" fmla="*/ 1 w 16530"/>
                <a:gd name="sh" fmla="*/ 1 h 1635"/>
                <a:gd name="mins" fmla="min sw sh"/>
                <a:gd name="dsw" fmla="+- 0 sw mins"/>
                <a:gd name="dsh" fmla="+- 0 sh mins"/>
                <a:gd name="p0x0" fmla="*/ 180 w 16530"/>
                <a:gd name="p0y0" fmla="*/ 0 h 1635"/>
                <a:gd name="p0x1" fmla="*/ 16350 w 16530"/>
                <a:gd name="p0y1" fmla="*/ 0 h 1635"/>
                <a:gd name="p0x2" fmla="*/ 16449 w 16530"/>
                <a:gd name="p0y2" fmla="*/ 0 h 1635"/>
                <a:gd name="p0x3" fmla="*/ 16530 w 16530"/>
                <a:gd name="p0y3" fmla="*/ 80 h 1635"/>
                <a:gd name="p0x4" fmla="*/ 16530 w 16530"/>
                <a:gd name="p0y4" fmla="*/ 180 h 1635"/>
                <a:gd name="p0x5" fmla="*/ 16530 w 16530"/>
                <a:gd name="p0y5" fmla="*/ 1455 h 1635"/>
                <a:gd name="p0x6" fmla="*/ 16530 w 16530"/>
                <a:gd name="p0y6" fmla="*/ 1554 h 1635"/>
                <a:gd name="p0x7" fmla="*/ 16449 w 16530"/>
                <a:gd name="p0y7" fmla="*/ 1635 h 1635"/>
                <a:gd name="p0x8" fmla="*/ 16350 w 16530"/>
                <a:gd name="p0y8" fmla="*/ 1635 h 1635"/>
                <a:gd name="p0x9" fmla="*/ 180 w 16530"/>
                <a:gd name="p0y9" fmla="*/ 1635 h 1635"/>
                <a:gd name="p0x10" fmla="*/ 80 w 16530"/>
                <a:gd name="p0y10" fmla="*/ 1635 h 1635"/>
                <a:gd name="p0x11" fmla="*/ 0 w 16530"/>
                <a:gd name="p0y11" fmla="*/ 1554 h 1635"/>
                <a:gd name="p0x12" fmla="*/ 0 w 16530"/>
                <a:gd name="p0y12" fmla="*/ 1455 h 1635"/>
                <a:gd name="p0x13" fmla="*/ 0 w 16530"/>
                <a:gd name="p0y13" fmla="*/ 180 h 1635"/>
                <a:gd name="p0x14" fmla="*/ 0 w 16530"/>
                <a:gd name="p0y14" fmla="*/ 80 h 1635"/>
                <a:gd name="p0x15" fmla="*/ 80 w 16530"/>
                <a:gd name="p0y15" fmla="*/ 0 h 1635"/>
                <a:gd name="p0x16" fmla="*/ 180 w 16530"/>
                <a:gd name="p0y16" fmla="*/ 0 h 16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/>
              <a:endParaRPr lang="zh-CN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endParaRPr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530" y="2520"/>
              <a:ext cx="16530" cy="180"/>
            </a:xfrm>
            <a:custGeom>
              <a:avLst/>
              <a:gdLst>
                <a:gd name="sw" fmla="*/ 1 w 16530"/>
                <a:gd name="sh" fmla="*/ 1 h 180"/>
                <a:gd name="mins" fmla="min sw sh"/>
                <a:gd name="dsw" fmla="+- 0 sw mins"/>
                <a:gd name="dsh" fmla="+- 0 sh mins"/>
                <a:gd name="p0x0" fmla="*/ 180 w 16530"/>
                <a:gd name="p0y0" fmla="*/ 0 h 180"/>
                <a:gd name="p0x1" fmla="*/ 16350 w 16530"/>
                <a:gd name="p0y1" fmla="*/ 0 h 180"/>
                <a:gd name="p0x2" fmla="*/ 16449 w 16530"/>
                <a:gd name="p0y2" fmla="*/ 0 h 180"/>
                <a:gd name="p0x3" fmla="*/ 16530 w 16530"/>
                <a:gd name="p0y3" fmla="*/ 80 h 180"/>
                <a:gd name="p0x4" fmla="*/ 16530 w 16530"/>
                <a:gd name="p0y4" fmla="*/ 180 h 180"/>
                <a:gd name="p0x5" fmla="*/ 16530 w 16530"/>
                <a:gd name="p0y5" fmla="*/ 105 h 180"/>
                <a:gd name="p0x6" fmla="*/ 16449 w 16530"/>
                <a:gd name="p0y6" fmla="*/ 45 h 180"/>
                <a:gd name="p0x7" fmla="*/ 16350 w 16530"/>
                <a:gd name="p0y7" fmla="*/ 45 h 180"/>
                <a:gd name="p0x8" fmla="*/ 180 w 16530"/>
                <a:gd name="p0y8" fmla="*/ 45 h 180"/>
                <a:gd name="p0x9" fmla="*/ 80 w 16530"/>
                <a:gd name="p0y9" fmla="*/ 45 h 180"/>
                <a:gd name="p0x10" fmla="*/ 0 w 16530"/>
                <a:gd name="p0y10" fmla="*/ 105 h 180"/>
                <a:gd name="p0x11" fmla="*/ 0 w 16530"/>
                <a:gd name="p0y11" fmla="*/ 180 h 180"/>
                <a:gd name="p0x12" fmla="*/ 0 w 16530"/>
                <a:gd name="p0y12" fmla="*/ 80 h 180"/>
                <a:gd name="p0x13" fmla="*/ 80 w 16530"/>
                <a:gd name="p0y13" fmla="*/ 0 h 180"/>
                <a:gd name="p0x14" fmla="*/ 180 w 16530"/>
                <a:gd name="p0y1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/>
              <a:endParaRPr lang="zh-CN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085850" y="1743075"/>
            <a:ext cx="102679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chemeClr val="accent1"/>
                </a:solidFill>
                <a:cs typeface="+mn-lt"/>
              </a:rPr>
              <a:t>第一步</a:t>
            </a:r>
            <a:r>
              <a:rPr lang="en-US" altLang="zh-CN" sz="1200" b="1">
                <a:solidFill>
                  <a:schemeClr val="accent1"/>
                </a:solidFill>
                <a:cs typeface="+mn-lt"/>
              </a:rPr>
              <a:t> · </a:t>
            </a:r>
            <a:r>
              <a:rPr lang="zh-CN" altLang="en-US" sz="1200" b="1">
                <a:solidFill>
                  <a:schemeClr val="accent1"/>
                </a:solidFill>
                <a:cs typeface="+mn-lt"/>
              </a:rPr>
              <a:t>起步探索</a:t>
            </a:r>
            <a:endParaRPr lang="zh-CN" altLang="en-US" sz="12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1085850" y="2012004"/>
            <a:ext cx="102679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在指导中启程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085850" y="2331396"/>
            <a:ext cx="10267950" cy="200025"/>
          </a:xfrm>
          <a:prstGeom prst="rect">
            <a:avLst/>
          </a:prstGeom>
          <a:ln w="6350" cap="flat" cmpd="sng" algn="ctr">
            <a:solidFill>
              <a:schemeClr val="bg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/>
                </a:solidFill>
                <a:cs typeface="+mn-lt"/>
              </a:rPr>
              <a:t>在巫瑞智老师和师兄师姐指导下，开启一轮又一轮实验</a:t>
            </a:r>
            <a:endParaRPr sz="1200">
              <a:solidFill>
                <a:schemeClr val="tx2"/>
              </a:solidFill>
              <a:cs typeface="+mn-lt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781050" y="2828925"/>
            <a:ext cx="19050" cy="1228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971550" y="2828925"/>
            <a:ext cx="10496550" cy="1037590"/>
            <a:chOff x="1530" y="4455"/>
            <a:chExt cx="16530" cy="1634"/>
          </a:xfrm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grpSpPr>
        <p:sp>
          <p:nvSpPr>
            <p:cNvPr id="15" name="任意多边形 14"/>
            <p:cNvSpPr/>
            <p:nvPr>
              <p:custDataLst>
                <p:tags r:id="rId10"/>
              </p:custDataLst>
            </p:nvPr>
          </p:nvSpPr>
          <p:spPr>
            <a:xfrm>
              <a:off x="1530" y="4455"/>
              <a:ext cx="16530" cy="1635"/>
            </a:xfrm>
            <a:custGeom>
              <a:avLst/>
              <a:gdLst>
                <a:gd name="sw" fmla="*/ 1 w 16530"/>
                <a:gd name="sh" fmla="*/ 1 h 1635"/>
                <a:gd name="mins" fmla="min sw sh"/>
                <a:gd name="dsw" fmla="+- 0 sw mins"/>
                <a:gd name="dsh" fmla="+- 0 sh mins"/>
                <a:gd name="p0x0" fmla="*/ 180 w 16530"/>
                <a:gd name="p0y0" fmla="*/ 0 h 1635"/>
                <a:gd name="p0x1" fmla="*/ 16350 w 16530"/>
                <a:gd name="p0y1" fmla="*/ 0 h 1635"/>
                <a:gd name="p0x2" fmla="*/ 16449 w 16530"/>
                <a:gd name="p0y2" fmla="*/ 0 h 1635"/>
                <a:gd name="p0x3" fmla="*/ 16530 w 16530"/>
                <a:gd name="p0y3" fmla="*/ 80 h 1635"/>
                <a:gd name="p0x4" fmla="*/ 16530 w 16530"/>
                <a:gd name="p0y4" fmla="*/ 180 h 1635"/>
                <a:gd name="p0x5" fmla="*/ 16530 w 16530"/>
                <a:gd name="p0y5" fmla="*/ 1455 h 1635"/>
                <a:gd name="p0x6" fmla="*/ 16530 w 16530"/>
                <a:gd name="p0y6" fmla="*/ 1554 h 1635"/>
                <a:gd name="p0x7" fmla="*/ 16449 w 16530"/>
                <a:gd name="p0y7" fmla="*/ 1635 h 1635"/>
                <a:gd name="p0x8" fmla="*/ 16350 w 16530"/>
                <a:gd name="p0y8" fmla="*/ 1635 h 1635"/>
                <a:gd name="p0x9" fmla="*/ 180 w 16530"/>
                <a:gd name="p0y9" fmla="*/ 1635 h 1635"/>
                <a:gd name="p0x10" fmla="*/ 80 w 16530"/>
                <a:gd name="p0y10" fmla="*/ 1635 h 1635"/>
                <a:gd name="p0x11" fmla="*/ 0 w 16530"/>
                <a:gd name="p0y11" fmla="*/ 1554 h 1635"/>
                <a:gd name="p0x12" fmla="*/ 0 w 16530"/>
                <a:gd name="p0y12" fmla="*/ 1455 h 1635"/>
                <a:gd name="p0x13" fmla="*/ 0 w 16530"/>
                <a:gd name="p0y13" fmla="*/ 180 h 1635"/>
                <a:gd name="p0x14" fmla="*/ 0 w 16530"/>
                <a:gd name="p0y14" fmla="*/ 80 h 1635"/>
                <a:gd name="p0x15" fmla="*/ 80 w 16530"/>
                <a:gd name="p0y15" fmla="*/ 0 h 1635"/>
                <a:gd name="p0x16" fmla="*/ 180 w 16530"/>
                <a:gd name="p0y16" fmla="*/ 0 h 16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/>
              <a:endParaRPr lang="zh-CN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endParaRPr>
            </a:p>
          </p:txBody>
        </p:sp>
        <p:sp>
          <p:nvSpPr>
            <p:cNvPr id="16" name="任意多边形 15"/>
            <p:cNvSpPr/>
            <p:nvPr>
              <p:custDataLst>
                <p:tags r:id="rId11"/>
              </p:custDataLst>
            </p:nvPr>
          </p:nvSpPr>
          <p:spPr>
            <a:xfrm>
              <a:off x="1530" y="4455"/>
              <a:ext cx="16530" cy="180"/>
            </a:xfrm>
            <a:custGeom>
              <a:avLst/>
              <a:gdLst>
                <a:gd name="sw" fmla="*/ 1 w 16530"/>
                <a:gd name="sh" fmla="*/ 1 h 180"/>
                <a:gd name="mins" fmla="min sw sh"/>
                <a:gd name="dsw" fmla="+- 0 sw mins"/>
                <a:gd name="dsh" fmla="+- 0 sh mins"/>
                <a:gd name="p0x0" fmla="*/ 180 w 16530"/>
                <a:gd name="p0y0" fmla="*/ 0 h 180"/>
                <a:gd name="p0x1" fmla="*/ 16350 w 16530"/>
                <a:gd name="p0y1" fmla="*/ 0 h 180"/>
                <a:gd name="p0x2" fmla="*/ 16449 w 16530"/>
                <a:gd name="p0y2" fmla="*/ 0 h 180"/>
                <a:gd name="p0x3" fmla="*/ 16530 w 16530"/>
                <a:gd name="p0y3" fmla="*/ 80 h 180"/>
                <a:gd name="p0x4" fmla="*/ 16530 w 16530"/>
                <a:gd name="p0y4" fmla="*/ 180 h 180"/>
                <a:gd name="p0x5" fmla="*/ 16530 w 16530"/>
                <a:gd name="p0y5" fmla="*/ 105 h 180"/>
                <a:gd name="p0x6" fmla="*/ 16449 w 16530"/>
                <a:gd name="p0y6" fmla="*/ 45 h 180"/>
                <a:gd name="p0x7" fmla="*/ 16350 w 16530"/>
                <a:gd name="p0y7" fmla="*/ 45 h 180"/>
                <a:gd name="p0x8" fmla="*/ 180 w 16530"/>
                <a:gd name="p0y8" fmla="*/ 45 h 180"/>
                <a:gd name="p0x9" fmla="*/ 80 w 16530"/>
                <a:gd name="p0y9" fmla="*/ 45 h 180"/>
                <a:gd name="p0x10" fmla="*/ 0 w 16530"/>
                <a:gd name="p0y10" fmla="*/ 105 h 180"/>
                <a:gd name="p0x11" fmla="*/ 0 w 16530"/>
                <a:gd name="p0y11" fmla="*/ 180 h 180"/>
                <a:gd name="p0x12" fmla="*/ 0 w 16530"/>
                <a:gd name="p0y12" fmla="*/ 80 h 180"/>
                <a:gd name="p0x13" fmla="*/ 80 w 16530"/>
                <a:gd name="p0y13" fmla="*/ 0 h 180"/>
                <a:gd name="p0x14" fmla="*/ 180 w 16530"/>
                <a:gd name="p0y1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p>
              <a:pPr algn="ctr"/>
              <a:endParaRPr lang="zh-CN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endParaRPr>
            </a:p>
          </p:txBody>
        </p:sp>
      </p:grp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1085850" y="2971800"/>
            <a:ext cx="102679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chemeClr val="accent1"/>
                </a:solidFill>
                <a:cs typeface="+mn-lt"/>
              </a:rPr>
              <a:t>第二步</a:t>
            </a:r>
            <a:r>
              <a:rPr lang="en-US" altLang="zh-CN" sz="1200" b="1">
                <a:solidFill>
                  <a:schemeClr val="accent1"/>
                </a:solidFill>
                <a:cs typeface="+mn-lt"/>
              </a:rPr>
              <a:t> · </a:t>
            </a:r>
            <a:r>
              <a:rPr lang="zh-CN" altLang="en-US" sz="1200" b="1">
                <a:solidFill>
                  <a:schemeClr val="accent1"/>
                </a:solidFill>
                <a:cs typeface="+mn-lt"/>
              </a:rPr>
              <a:t>成分配比</a:t>
            </a:r>
            <a:endParaRPr lang="zh-CN" altLang="en-US" sz="12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1085850" y="3240729"/>
            <a:ext cx="102679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持续优化材料成分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1085850" y="3560121"/>
            <a:ext cx="102679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/>
                </a:solidFill>
                <a:cs typeface="+mn-lt"/>
              </a:rPr>
              <a:t>先后尝试</a:t>
            </a:r>
            <a:r>
              <a:rPr lang="en-US" altLang="zh-CN" sz="1200">
                <a:solidFill>
                  <a:schemeClr val="tx2"/>
                </a:solidFill>
                <a:cs typeface="+mn-lt"/>
              </a:rPr>
              <a:t> </a:t>
            </a:r>
            <a:r>
              <a:rPr lang="zh-CN" altLang="zh-CN" sz="1200" b="1">
                <a:solidFill>
                  <a:schemeClr val="tx2"/>
                </a:solidFill>
                <a:cs typeface="+mn-lt"/>
              </a:rPr>
              <a:t>超过</a:t>
            </a:r>
            <a:r>
              <a:rPr lang="en-US" altLang="zh-CN" sz="1200" b="1">
                <a:solidFill>
                  <a:schemeClr val="tx2"/>
                </a:solidFill>
                <a:cs typeface="+mn-lt"/>
              </a:rPr>
              <a:t>15</a:t>
            </a:r>
            <a:r>
              <a:rPr lang="zh-CN" altLang="en-US" sz="1200" b="1">
                <a:solidFill>
                  <a:schemeClr val="tx2"/>
                </a:solidFill>
                <a:cs typeface="+mn-lt"/>
              </a:rPr>
              <a:t>种</a:t>
            </a:r>
            <a:r>
              <a:rPr lang="en-US" sz="1200">
                <a:solidFill>
                  <a:schemeClr val="tx2"/>
                </a:solidFill>
                <a:cs typeface="+mn-lt"/>
              </a:rPr>
              <a:t> </a:t>
            </a:r>
            <a:r>
              <a:rPr lang="zh-CN" sz="1200">
                <a:solidFill>
                  <a:schemeClr val="tx2"/>
                </a:solidFill>
                <a:cs typeface="+mn-lt"/>
              </a:rPr>
              <a:t>合金元素配比，持续优化材料成分</a:t>
            </a:r>
            <a:endParaRPr lang="zh-CN" sz="1200">
              <a:solidFill>
                <a:schemeClr val="tx2"/>
              </a:solidFill>
              <a:cs typeface="+mn-lt"/>
            </a:endParaRPr>
          </a:p>
        </p:txBody>
      </p:sp>
      <p:sp>
        <p:nvSpPr>
          <p:cNvPr id="21" name="矩形 20"/>
          <p:cNvSpPr/>
          <p:nvPr>
            <p:custDataLst>
              <p:tags r:id="rId15"/>
            </p:custDataLst>
          </p:nvPr>
        </p:nvSpPr>
        <p:spPr>
          <a:xfrm>
            <a:off x="781050" y="4057650"/>
            <a:ext cx="19050" cy="1228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971550" y="4057650"/>
            <a:ext cx="10496550" cy="1037590"/>
            <a:chOff x="1530" y="6390"/>
            <a:chExt cx="16530" cy="1634"/>
          </a:xfrm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grpSpPr>
        <p:sp>
          <p:nvSpPr>
            <p:cNvPr id="23" name="任意多边形 22"/>
            <p:cNvSpPr/>
            <p:nvPr>
              <p:custDataLst>
                <p:tags r:id="rId16"/>
              </p:custDataLst>
            </p:nvPr>
          </p:nvSpPr>
          <p:spPr>
            <a:xfrm>
              <a:off x="1530" y="6390"/>
              <a:ext cx="16530" cy="1635"/>
            </a:xfrm>
            <a:custGeom>
              <a:avLst/>
              <a:gdLst>
                <a:gd name="sw" fmla="*/ 1 w 16530"/>
                <a:gd name="sh" fmla="*/ 1 h 1635"/>
                <a:gd name="mins" fmla="min sw sh"/>
                <a:gd name="dsw" fmla="+- 0 sw mins"/>
                <a:gd name="dsh" fmla="+- 0 sh mins"/>
                <a:gd name="p0x0" fmla="*/ 180 w 16530"/>
                <a:gd name="p0y0" fmla="*/ 0 h 1635"/>
                <a:gd name="p0x1" fmla="*/ 16350 w 16530"/>
                <a:gd name="p0y1" fmla="*/ 0 h 1635"/>
                <a:gd name="p0x2" fmla="*/ 16449 w 16530"/>
                <a:gd name="p0y2" fmla="*/ 0 h 1635"/>
                <a:gd name="p0x3" fmla="*/ 16530 w 16530"/>
                <a:gd name="p0y3" fmla="*/ 80 h 1635"/>
                <a:gd name="p0x4" fmla="*/ 16530 w 16530"/>
                <a:gd name="p0y4" fmla="*/ 180 h 1635"/>
                <a:gd name="p0x5" fmla="*/ 16530 w 16530"/>
                <a:gd name="p0y5" fmla="*/ 1455 h 1635"/>
                <a:gd name="p0x6" fmla="*/ 16530 w 16530"/>
                <a:gd name="p0y6" fmla="*/ 1554 h 1635"/>
                <a:gd name="p0x7" fmla="*/ 16449 w 16530"/>
                <a:gd name="p0y7" fmla="*/ 1635 h 1635"/>
                <a:gd name="p0x8" fmla="*/ 16350 w 16530"/>
                <a:gd name="p0y8" fmla="*/ 1635 h 1635"/>
                <a:gd name="p0x9" fmla="*/ 180 w 16530"/>
                <a:gd name="p0y9" fmla="*/ 1635 h 1635"/>
                <a:gd name="p0x10" fmla="*/ 80 w 16530"/>
                <a:gd name="p0y10" fmla="*/ 1635 h 1635"/>
                <a:gd name="p0x11" fmla="*/ 0 w 16530"/>
                <a:gd name="p0y11" fmla="*/ 1554 h 1635"/>
                <a:gd name="p0x12" fmla="*/ 0 w 16530"/>
                <a:gd name="p0y12" fmla="*/ 1455 h 1635"/>
                <a:gd name="p0x13" fmla="*/ 0 w 16530"/>
                <a:gd name="p0y13" fmla="*/ 180 h 1635"/>
                <a:gd name="p0x14" fmla="*/ 0 w 16530"/>
                <a:gd name="p0y14" fmla="*/ 80 h 1635"/>
                <a:gd name="p0x15" fmla="*/ 80 w 16530"/>
                <a:gd name="p0y15" fmla="*/ 0 h 1635"/>
                <a:gd name="p0x16" fmla="*/ 180 w 16530"/>
                <a:gd name="p0y16" fmla="*/ 0 h 16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17"/>
              </p:custDataLst>
            </p:nvPr>
          </p:nvSpPr>
          <p:spPr>
            <a:xfrm>
              <a:off x="1530" y="6390"/>
              <a:ext cx="16530" cy="180"/>
            </a:xfrm>
            <a:custGeom>
              <a:avLst/>
              <a:gdLst>
                <a:gd name="sw" fmla="*/ 1 w 16530"/>
                <a:gd name="sh" fmla="*/ 1 h 180"/>
                <a:gd name="mins" fmla="min sw sh"/>
                <a:gd name="dsw" fmla="+- 0 sw mins"/>
                <a:gd name="dsh" fmla="+- 0 sh mins"/>
                <a:gd name="p0x0" fmla="*/ 180 w 16530"/>
                <a:gd name="p0y0" fmla="*/ 0 h 180"/>
                <a:gd name="p0x1" fmla="*/ 16350 w 16530"/>
                <a:gd name="p0y1" fmla="*/ 0 h 180"/>
                <a:gd name="p0x2" fmla="*/ 16449 w 16530"/>
                <a:gd name="p0y2" fmla="*/ 0 h 180"/>
                <a:gd name="p0x3" fmla="*/ 16530 w 16530"/>
                <a:gd name="p0y3" fmla="*/ 80 h 180"/>
                <a:gd name="p0x4" fmla="*/ 16530 w 16530"/>
                <a:gd name="p0y4" fmla="*/ 180 h 180"/>
                <a:gd name="p0x5" fmla="*/ 16530 w 16530"/>
                <a:gd name="p0y5" fmla="*/ 105 h 180"/>
                <a:gd name="p0x6" fmla="*/ 16449 w 16530"/>
                <a:gd name="p0y6" fmla="*/ 45 h 180"/>
                <a:gd name="p0x7" fmla="*/ 16350 w 16530"/>
                <a:gd name="p0y7" fmla="*/ 45 h 180"/>
                <a:gd name="p0x8" fmla="*/ 180 w 16530"/>
                <a:gd name="p0y8" fmla="*/ 45 h 180"/>
                <a:gd name="p0x9" fmla="*/ 80 w 16530"/>
                <a:gd name="p0y9" fmla="*/ 45 h 180"/>
                <a:gd name="p0x10" fmla="*/ 0 w 16530"/>
                <a:gd name="p0y10" fmla="*/ 105 h 180"/>
                <a:gd name="p0x11" fmla="*/ 0 w 16530"/>
                <a:gd name="p0y11" fmla="*/ 180 h 180"/>
                <a:gd name="p0x12" fmla="*/ 0 w 16530"/>
                <a:gd name="p0y12" fmla="*/ 80 h 180"/>
                <a:gd name="p0x13" fmla="*/ 80 w 16530"/>
                <a:gd name="p0y13" fmla="*/ 0 h 180"/>
                <a:gd name="p0x14" fmla="*/ 180 w 16530"/>
                <a:gd name="p0y1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文本框 25"/>
          <p:cNvSpPr txBox="1"/>
          <p:nvPr>
            <p:custDataLst>
              <p:tags r:id="rId18"/>
            </p:custDataLst>
          </p:nvPr>
        </p:nvSpPr>
        <p:spPr>
          <a:xfrm>
            <a:off x="1085850" y="4200525"/>
            <a:ext cx="102679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chemeClr val="accent1"/>
                </a:solidFill>
                <a:cs typeface="+mn-lt"/>
              </a:rPr>
              <a:t>第三步</a:t>
            </a:r>
            <a:r>
              <a:rPr lang="en-US" altLang="zh-CN" sz="1200" b="1">
                <a:solidFill>
                  <a:schemeClr val="accent1"/>
                </a:solidFill>
                <a:cs typeface="+mn-lt"/>
              </a:rPr>
              <a:t> · </a:t>
            </a:r>
            <a:r>
              <a:rPr lang="zh-CN" altLang="en-US" sz="1200" b="1">
                <a:solidFill>
                  <a:schemeClr val="accent1"/>
                </a:solidFill>
                <a:cs typeface="+mn-lt"/>
              </a:rPr>
              <a:t>遭遇断裂</a:t>
            </a:r>
            <a:endParaRPr lang="zh-CN" altLang="en-US" sz="12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1085850" y="4469454"/>
            <a:ext cx="102679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成形性不足的瓶颈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0"/>
            </p:custDataLst>
          </p:nvPr>
        </p:nvSpPr>
        <p:spPr>
          <a:xfrm>
            <a:off x="1085850" y="4788846"/>
            <a:ext cx="431683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/>
                </a:solidFill>
                <a:cs typeface="+mn-lt"/>
              </a:rPr>
              <a:t>不合适的元素比例导致成形性不足，累积叠轧时</a:t>
            </a:r>
            <a:r>
              <a:rPr lang="en-US" altLang="zh-CN" sz="1200">
                <a:solidFill>
                  <a:schemeClr val="tx2"/>
                </a:solidFill>
                <a:cs typeface="+mn-lt"/>
              </a:rPr>
              <a:t> </a:t>
            </a:r>
            <a:r>
              <a:rPr sz="1200" b="1">
                <a:solidFill>
                  <a:schemeClr val="tx2"/>
                </a:solidFill>
                <a:cs typeface="+mn-lt"/>
              </a:rPr>
              <a:t>一轧就断裂</a:t>
            </a:r>
            <a:endParaRPr sz="12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9" name="矩形 28"/>
          <p:cNvSpPr/>
          <p:nvPr>
            <p:custDataLst>
              <p:tags r:id="rId21"/>
            </p:custDataLst>
          </p:nvPr>
        </p:nvSpPr>
        <p:spPr>
          <a:xfrm>
            <a:off x="781050" y="5286375"/>
            <a:ext cx="19050" cy="5187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71550" y="5286375"/>
            <a:ext cx="10496550" cy="1037590"/>
            <a:chOff x="1530" y="8325"/>
            <a:chExt cx="16530" cy="1634"/>
          </a:xfrm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grpSpPr>
        <p:sp>
          <p:nvSpPr>
            <p:cNvPr id="31" name="任意多边形 30"/>
            <p:cNvSpPr/>
            <p:nvPr>
              <p:custDataLst>
                <p:tags r:id="rId22"/>
              </p:custDataLst>
            </p:nvPr>
          </p:nvSpPr>
          <p:spPr>
            <a:xfrm>
              <a:off x="1530" y="8325"/>
              <a:ext cx="16530" cy="1635"/>
            </a:xfrm>
            <a:custGeom>
              <a:avLst/>
              <a:gdLst>
                <a:gd name="sw" fmla="*/ 1 w 16530"/>
                <a:gd name="sh" fmla="*/ 1 h 1635"/>
                <a:gd name="mins" fmla="min sw sh"/>
                <a:gd name="dsw" fmla="+- 0 sw mins"/>
                <a:gd name="dsh" fmla="+- 0 sh mins"/>
                <a:gd name="p0x0" fmla="*/ 180 w 16530"/>
                <a:gd name="p0y0" fmla="*/ 0 h 1635"/>
                <a:gd name="p0x1" fmla="*/ 16350 w 16530"/>
                <a:gd name="p0y1" fmla="*/ 0 h 1635"/>
                <a:gd name="p0x2" fmla="*/ 16449 w 16530"/>
                <a:gd name="p0y2" fmla="*/ 0 h 1635"/>
                <a:gd name="p0x3" fmla="*/ 16530 w 16530"/>
                <a:gd name="p0y3" fmla="*/ 80 h 1635"/>
                <a:gd name="p0x4" fmla="*/ 16530 w 16530"/>
                <a:gd name="p0y4" fmla="*/ 180 h 1635"/>
                <a:gd name="p0x5" fmla="*/ 16530 w 16530"/>
                <a:gd name="p0y5" fmla="*/ 1455 h 1635"/>
                <a:gd name="p0x6" fmla="*/ 16530 w 16530"/>
                <a:gd name="p0y6" fmla="*/ 1554 h 1635"/>
                <a:gd name="p0x7" fmla="*/ 16449 w 16530"/>
                <a:gd name="p0y7" fmla="*/ 1635 h 1635"/>
                <a:gd name="p0x8" fmla="*/ 16350 w 16530"/>
                <a:gd name="p0y8" fmla="*/ 1635 h 1635"/>
                <a:gd name="p0x9" fmla="*/ 180 w 16530"/>
                <a:gd name="p0y9" fmla="*/ 1635 h 1635"/>
                <a:gd name="p0x10" fmla="*/ 80 w 16530"/>
                <a:gd name="p0y10" fmla="*/ 1635 h 1635"/>
                <a:gd name="p0x11" fmla="*/ 0 w 16530"/>
                <a:gd name="p0y11" fmla="*/ 1554 h 1635"/>
                <a:gd name="p0x12" fmla="*/ 0 w 16530"/>
                <a:gd name="p0y12" fmla="*/ 1455 h 1635"/>
                <a:gd name="p0x13" fmla="*/ 0 w 16530"/>
                <a:gd name="p0y13" fmla="*/ 180 h 1635"/>
                <a:gd name="p0x14" fmla="*/ 0 w 16530"/>
                <a:gd name="p0y14" fmla="*/ 80 h 1635"/>
                <a:gd name="p0x15" fmla="*/ 80 w 16530"/>
                <a:gd name="p0y15" fmla="*/ 0 h 1635"/>
                <a:gd name="p0x16" fmla="*/ 180 w 16530"/>
                <a:gd name="p0y16" fmla="*/ 0 h 16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23"/>
              </p:custDataLst>
            </p:nvPr>
          </p:nvSpPr>
          <p:spPr>
            <a:xfrm>
              <a:off x="1530" y="8325"/>
              <a:ext cx="16530" cy="180"/>
            </a:xfrm>
            <a:custGeom>
              <a:avLst/>
              <a:gdLst>
                <a:gd name="sw" fmla="*/ 1 w 16530"/>
                <a:gd name="sh" fmla="*/ 1 h 180"/>
                <a:gd name="mins" fmla="min sw sh"/>
                <a:gd name="dsw" fmla="+- 0 sw mins"/>
                <a:gd name="dsh" fmla="+- 0 sh mins"/>
                <a:gd name="p0x0" fmla="*/ 180 w 16530"/>
                <a:gd name="p0y0" fmla="*/ 0 h 180"/>
                <a:gd name="p0x1" fmla="*/ 16350 w 16530"/>
                <a:gd name="p0y1" fmla="*/ 0 h 180"/>
                <a:gd name="p0x2" fmla="*/ 16449 w 16530"/>
                <a:gd name="p0y2" fmla="*/ 0 h 180"/>
                <a:gd name="p0x3" fmla="*/ 16530 w 16530"/>
                <a:gd name="p0y3" fmla="*/ 80 h 180"/>
                <a:gd name="p0x4" fmla="*/ 16530 w 16530"/>
                <a:gd name="p0y4" fmla="*/ 180 h 180"/>
                <a:gd name="p0x5" fmla="*/ 16530 w 16530"/>
                <a:gd name="p0y5" fmla="*/ 105 h 180"/>
                <a:gd name="p0x6" fmla="*/ 16449 w 16530"/>
                <a:gd name="p0y6" fmla="*/ 45 h 180"/>
                <a:gd name="p0x7" fmla="*/ 16350 w 16530"/>
                <a:gd name="p0y7" fmla="*/ 45 h 180"/>
                <a:gd name="p0x8" fmla="*/ 180 w 16530"/>
                <a:gd name="p0y8" fmla="*/ 45 h 180"/>
                <a:gd name="p0x9" fmla="*/ 80 w 16530"/>
                <a:gd name="p0y9" fmla="*/ 45 h 180"/>
                <a:gd name="p0x10" fmla="*/ 0 w 16530"/>
                <a:gd name="p0y10" fmla="*/ 105 h 180"/>
                <a:gd name="p0x11" fmla="*/ 0 w 16530"/>
                <a:gd name="p0y11" fmla="*/ 180 h 180"/>
                <a:gd name="p0x12" fmla="*/ 0 w 16530"/>
                <a:gd name="p0y12" fmla="*/ 80 h 180"/>
                <a:gd name="p0x13" fmla="*/ 80 w 16530"/>
                <a:gd name="p0y13" fmla="*/ 0 h 180"/>
                <a:gd name="p0x14" fmla="*/ 180 w 16530"/>
                <a:gd name="p0y1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4" name="文本框 33"/>
          <p:cNvSpPr txBox="1"/>
          <p:nvPr>
            <p:custDataLst>
              <p:tags r:id="rId24"/>
            </p:custDataLst>
          </p:nvPr>
        </p:nvSpPr>
        <p:spPr>
          <a:xfrm>
            <a:off x="1085850" y="5429250"/>
            <a:ext cx="102679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chemeClr val="accent1"/>
                </a:solidFill>
                <a:cs typeface="+mn-lt"/>
              </a:rPr>
              <a:t>第四步</a:t>
            </a:r>
            <a:r>
              <a:rPr lang="en-US" altLang="zh-CN" sz="1200" b="1">
                <a:solidFill>
                  <a:schemeClr val="accent1"/>
                </a:solidFill>
                <a:cs typeface="+mn-lt"/>
              </a:rPr>
              <a:t> · </a:t>
            </a:r>
            <a:r>
              <a:rPr lang="zh-CN" altLang="en-US" sz="1200" b="1">
                <a:solidFill>
                  <a:schemeClr val="accent1"/>
                </a:solidFill>
                <a:cs typeface="+mn-lt"/>
              </a:rPr>
              <a:t>参数攻坚</a:t>
            </a:r>
            <a:endParaRPr lang="zh-CN" altLang="en-US" sz="12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25"/>
            </p:custDataLst>
          </p:nvPr>
        </p:nvSpPr>
        <p:spPr>
          <a:xfrm>
            <a:off x="1085850" y="5698179"/>
            <a:ext cx="102679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反复调整工艺参数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26"/>
            </p:custDataLst>
          </p:nvPr>
        </p:nvSpPr>
        <p:spPr>
          <a:xfrm>
            <a:off x="1085850" y="6017571"/>
            <a:ext cx="102679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/>
                </a:solidFill>
                <a:cs typeface="+mn-lt"/>
              </a:rPr>
              <a:t>不断调整叠轧温度参数，反复优化单次压下量</a:t>
            </a:r>
            <a:endParaRPr sz="1200">
              <a:solidFill>
                <a:schemeClr val="tx2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27"/>
            </p:custDataLst>
          </p:nvPr>
        </p:nvSpPr>
        <p:spPr>
          <a:xfrm>
            <a:off x="742950" y="207137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742950" y="330009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742950" y="452882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0"/>
            </p:custDataLst>
          </p:nvPr>
        </p:nvSpPr>
        <p:spPr>
          <a:xfrm>
            <a:off x="742950" y="575754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+mj-ea"/>
                <a:cs typeface="+mj-lt"/>
              </a:rPr>
              <a:t>报废的电源与难忘的经历</a:t>
            </a:r>
            <a:endParaRPr sz="3000" b="1">
              <a:solidFill>
                <a:schemeClr val="tx2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178"/>
                </a:solidFill>
                <a:cs typeface="+mn-lt"/>
              </a:rPr>
              <a:t>替换再替换，改进再改进</a:t>
            </a:r>
            <a:endParaRPr sz="1500">
              <a:solidFill>
                <a:srgbClr val="4A6178"/>
              </a:solidFill>
              <a:cs typeface="+mn-lt"/>
            </a:endParaRPr>
          </a:p>
        </p:txBody>
      </p:sp>
      <p:pic>
        <p:nvPicPr>
          <p:cNvPr id="8" name="图片 7" descr="8fcd6e20-c323-11f1-84c9-b241a53fc3f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6" r="25"/>
          <a:stretch>
            <a:fillRect/>
          </a:stretch>
        </p:blipFill>
        <p:spPr>
          <a:xfrm>
            <a:off x="571500" y="1447807"/>
            <a:ext cx="7007860" cy="502918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036" h="7920">
                <a:moveTo>
                  <a:pt x="120" y="0"/>
                </a:moveTo>
                <a:lnTo>
                  <a:pt x="10916" y="0"/>
                </a:lnTo>
                <a:cubicBezTo>
                  <a:pt x="10982" y="0"/>
                  <a:pt x="11036" y="54"/>
                  <a:pt x="11036" y="120"/>
                </a:cubicBezTo>
                <a:lnTo>
                  <a:pt x="11036" y="7800"/>
                </a:lnTo>
                <a:cubicBezTo>
                  <a:pt x="11036" y="7866"/>
                  <a:pt x="10982" y="7920"/>
                  <a:pt x="10916" y="7920"/>
                </a:cubicBezTo>
                <a:lnTo>
                  <a:pt x="120" y="7920"/>
                </a:lnTo>
                <a:cubicBezTo>
                  <a:pt x="54" y="7920"/>
                  <a:pt x="0" y="7866"/>
                  <a:pt x="0" y="780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8055610" y="2324100"/>
            <a:ext cx="1905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8246110" y="1600200"/>
            <a:ext cx="3220720" cy="1447800"/>
            <a:chOff x="12986" y="2520"/>
            <a:chExt cx="5072" cy="2280"/>
          </a:xfrm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grpSpPr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>
              <a:off x="12986" y="2520"/>
              <a:ext cx="5073" cy="2280"/>
            </a:xfrm>
            <a:custGeom>
              <a:avLst/>
              <a:gdLst>
                <a:gd name="sw" fmla="*/ 1 w 5072"/>
                <a:gd name="sh" fmla="*/ 1 h 2280"/>
                <a:gd name="mins" fmla="min sw sh"/>
                <a:gd name="dsw" fmla="+- 0 sw mins"/>
                <a:gd name="dsh" fmla="+- 0 sh mins"/>
                <a:gd name="p0x0" fmla="*/ 180 w 5072"/>
                <a:gd name="p0y0" fmla="*/ 0 h 2280"/>
                <a:gd name="p0x1" fmla="*/ 4892 w 5072"/>
                <a:gd name="p0y1" fmla="*/ 0 h 2280"/>
                <a:gd name="p0x2" fmla="*/ 4992 w 5072"/>
                <a:gd name="p0y2" fmla="*/ 0 h 2280"/>
                <a:gd name="p0x3" fmla="*/ 5072 w 5072"/>
                <a:gd name="p0y3" fmla="*/ 80 h 2280"/>
                <a:gd name="p0x4" fmla="*/ 5072 w 5072"/>
                <a:gd name="p0y4" fmla="*/ 180 h 2280"/>
                <a:gd name="p0x5" fmla="*/ 5072 w 5072"/>
                <a:gd name="p0y5" fmla="*/ 2100 h 2280"/>
                <a:gd name="p0x6" fmla="*/ 5072 w 5072"/>
                <a:gd name="p0y6" fmla="*/ 2199 h 2280"/>
                <a:gd name="p0x7" fmla="*/ 4992 w 5072"/>
                <a:gd name="p0y7" fmla="*/ 2280 h 2280"/>
                <a:gd name="p0x8" fmla="*/ 4892 w 5072"/>
                <a:gd name="p0y8" fmla="*/ 2280 h 2280"/>
                <a:gd name="p0x9" fmla="*/ 180 w 5072"/>
                <a:gd name="p0y9" fmla="*/ 2280 h 2280"/>
                <a:gd name="p0x10" fmla="*/ 80 w 5072"/>
                <a:gd name="p0y10" fmla="*/ 2280 h 2280"/>
                <a:gd name="p0x11" fmla="*/ 0 w 5072"/>
                <a:gd name="p0y11" fmla="*/ 2199 h 2280"/>
                <a:gd name="p0x12" fmla="*/ 0 w 5072"/>
                <a:gd name="p0y12" fmla="*/ 2100 h 2280"/>
                <a:gd name="p0x13" fmla="*/ 0 w 5072"/>
                <a:gd name="p0y13" fmla="*/ 180 h 2280"/>
                <a:gd name="p0x14" fmla="*/ 0 w 5072"/>
                <a:gd name="p0y14" fmla="*/ 80 h 2280"/>
                <a:gd name="p0x15" fmla="*/ 80 w 5072"/>
                <a:gd name="p0y15" fmla="*/ 0 h 2280"/>
                <a:gd name="p0x16" fmla="*/ 180 w 5072"/>
                <a:gd name="p0y16" fmla="*/ 0 h 22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12986" y="2520"/>
              <a:ext cx="5073" cy="180"/>
            </a:xfrm>
            <a:custGeom>
              <a:avLst/>
              <a:gdLst>
                <a:gd name="sw" fmla="*/ 1 w 5072"/>
                <a:gd name="sh" fmla="*/ 1 h 180"/>
                <a:gd name="mins" fmla="min sw sh"/>
                <a:gd name="dsw" fmla="+- 0 sw mins"/>
                <a:gd name="dsh" fmla="+- 0 sh mins"/>
                <a:gd name="p0x0" fmla="*/ 180 w 5072"/>
                <a:gd name="p0y0" fmla="*/ 0 h 180"/>
                <a:gd name="p0x1" fmla="*/ 4892 w 5072"/>
                <a:gd name="p0y1" fmla="*/ 0 h 180"/>
                <a:gd name="p0x2" fmla="*/ 4992 w 5072"/>
                <a:gd name="p0y2" fmla="*/ 0 h 180"/>
                <a:gd name="p0x3" fmla="*/ 5072 w 5072"/>
                <a:gd name="p0y3" fmla="*/ 80 h 180"/>
                <a:gd name="p0x4" fmla="*/ 5072 w 5072"/>
                <a:gd name="p0y4" fmla="*/ 180 h 180"/>
                <a:gd name="p0x5" fmla="*/ 5072 w 5072"/>
                <a:gd name="p0y5" fmla="*/ 105 h 180"/>
                <a:gd name="p0x6" fmla="*/ 4992 w 5072"/>
                <a:gd name="p0y6" fmla="*/ 45 h 180"/>
                <a:gd name="p0x7" fmla="*/ 4892 w 5072"/>
                <a:gd name="p0y7" fmla="*/ 45 h 180"/>
                <a:gd name="p0x8" fmla="*/ 180 w 5072"/>
                <a:gd name="p0y8" fmla="*/ 45 h 180"/>
                <a:gd name="p0x9" fmla="*/ 80 w 5072"/>
                <a:gd name="p0y9" fmla="*/ 45 h 180"/>
                <a:gd name="p0x10" fmla="*/ 0 w 5072"/>
                <a:gd name="p0y10" fmla="*/ 105 h 180"/>
                <a:gd name="p0x11" fmla="*/ 0 w 5072"/>
                <a:gd name="p0y11" fmla="*/ 180 h 180"/>
                <a:gd name="p0x12" fmla="*/ 0 w 5072"/>
                <a:gd name="p0y12" fmla="*/ 80 h 180"/>
                <a:gd name="p0x13" fmla="*/ 80 w 5072"/>
                <a:gd name="p0y13" fmla="*/ 0 h 180"/>
                <a:gd name="p0x14" fmla="*/ 180 w 5072"/>
                <a:gd name="p0y1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8361017" y="1743075"/>
            <a:ext cx="29927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/>
                </a:solidFill>
                <a:cs typeface="+mn-lt"/>
              </a:rPr>
              <a:t>第一步</a:t>
            </a:r>
            <a:endParaRPr sz="12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8361017" y="1981200"/>
            <a:ext cx="299270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选材与工艺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8361017" y="2271713"/>
            <a:ext cx="2992707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/>
            <a:r>
              <a:rPr lang="zh-CN" altLang="en-US" sz="1200">
                <a:solidFill>
                  <a:srgbClr val="4A6178"/>
                </a:solidFill>
                <a:cs typeface="+mn-lt"/>
              </a:rPr>
              <a:t>团队选择</a:t>
            </a:r>
            <a:r>
              <a:rPr lang="en-US" altLang="zh-CN" sz="1200">
                <a:solidFill>
                  <a:srgbClr val="4A6178"/>
                </a:solidFill>
                <a:cs typeface="+mn-lt"/>
              </a:rPr>
              <a:t> </a:t>
            </a:r>
            <a:r>
              <a:rPr sz="1200" b="1">
                <a:solidFill>
                  <a:schemeClr val="accent1"/>
                </a:solidFill>
                <a:cs typeface="+mn-lt"/>
              </a:rPr>
              <a:t>多壁碳纳米管</a:t>
            </a:r>
            <a:r>
              <a:rPr lang="en-US" sz="1200">
                <a:solidFill>
                  <a:srgbClr val="4A6178"/>
                </a:solidFill>
                <a:cs typeface="+mn-lt"/>
              </a:rPr>
              <a:t> </a:t>
            </a:r>
            <a:r>
              <a:rPr lang="zh-CN" altLang="en-US" sz="1200">
                <a:solidFill>
                  <a:srgbClr val="4A6178"/>
                </a:solidFill>
                <a:cs typeface="+mn-lt"/>
              </a:rPr>
              <a:t>作增强体，采用</a:t>
            </a:r>
            <a:r>
              <a:rPr lang="en-US" altLang="zh-CN" sz="1200">
                <a:solidFill>
                  <a:srgbClr val="4A6178"/>
                </a:solidFill>
                <a:cs typeface="+mn-lt"/>
              </a:rPr>
              <a:t> </a:t>
            </a:r>
            <a:r>
              <a:rPr sz="1200" b="1">
                <a:solidFill>
                  <a:schemeClr val="accent1"/>
                </a:solidFill>
                <a:cs typeface="+mn-lt"/>
              </a:rPr>
              <a:t>电泳沉积</a:t>
            </a:r>
            <a:r>
              <a:rPr lang="en-US" sz="1200">
                <a:solidFill>
                  <a:srgbClr val="4A6178"/>
                </a:solidFill>
                <a:cs typeface="+mn-lt"/>
              </a:rPr>
              <a:t> </a:t>
            </a:r>
            <a:r>
              <a:rPr lang="zh-CN" altLang="en-US" sz="1200">
                <a:solidFill>
                  <a:srgbClr val="4A6178"/>
                </a:solidFill>
                <a:cs typeface="+mn-lt"/>
              </a:rPr>
              <a:t>工艺</a:t>
            </a:r>
            <a:endParaRPr lang="zh-CN" altLang="en-US" sz="1200">
              <a:solidFill>
                <a:srgbClr val="4A6178"/>
              </a:solidFill>
              <a:cs typeface="+mn-lt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8055610" y="3238500"/>
            <a:ext cx="19050" cy="163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8246110" y="3238500"/>
            <a:ext cx="3220720" cy="1447800"/>
            <a:chOff x="12986" y="5100"/>
            <a:chExt cx="5072" cy="2280"/>
          </a:xfrm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grpSpPr>
        <p:sp>
          <p:nvSpPr>
            <p:cNvPr id="18" name="任意多边形 17"/>
            <p:cNvSpPr/>
            <p:nvPr>
              <p:custDataLst>
                <p:tags r:id="rId12"/>
              </p:custDataLst>
            </p:nvPr>
          </p:nvSpPr>
          <p:spPr>
            <a:xfrm>
              <a:off x="12986" y="5100"/>
              <a:ext cx="5073" cy="2280"/>
            </a:xfrm>
            <a:custGeom>
              <a:avLst/>
              <a:gdLst>
                <a:gd name="sw" fmla="*/ 1 w 5072"/>
                <a:gd name="sh" fmla="*/ 1 h 2280"/>
                <a:gd name="mins" fmla="min sw sh"/>
                <a:gd name="dsw" fmla="+- 0 sw mins"/>
                <a:gd name="dsh" fmla="+- 0 sh mins"/>
                <a:gd name="p0x0" fmla="*/ 180 w 5072"/>
                <a:gd name="p0y0" fmla="*/ 0 h 2280"/>
                <a:gd name="p0x1" fmla="*/ 4892 w 5072"/>
                <a:gd name="p0y1" fmla="*/ 0 h 2280"/>
                <a:gd name="p0x2" fmla="*/ 4992 w 5072"/>
                <a:gd name="p0y2" fmla="*/ 0 h 2280"/>
                <a:gd name="p0x3" fmla="*/ 5072 w 5072"/>
                <a:gd name="p0y3" fmla="*/ 80 h 2280"/>
                <a:gd name="p0x4" fmla="*/ 5072 w 5072"/>
                <a:gd name="p0y4" fmla="*/ 180 h 2280"/>
                <a:gd name="p0x5" fmla="*/ 5072 w 5072"/>
                <a:gd name="p0y5" fmla="*/ 2100 h 2280"/>
                <a:gd name="p0x6" fmla="*/ 5072 w 5072"/>
                <a:gd name="p0y6" fmla="*/ 2199 h 2280"/>
                <a:gd name="p0x7" fmla="*/ 4992 w 5072"/>
                <a:gd name="p0y7" fmla="*/ 2280 h 2280"/>
                <a:gd name="p0x8" fmla="*/ 4892 w 5072"/>
                <a:gd name="p0y8" fmla="*/ 2280 h 2280"/>
                <a:gd name="p0x9" fmla="*/ 180 w 5072"/>
                <a:gd name="p0y9" fmla="*/ 2280 h 2280"/>
                <a:gd name="p0x10" fmla="*/ 80 w 5072"/>
                <a:gd name="p0y10" fmla="*/ 2280 h 2280"/>
                <a:gd name="p0x11" fmla="*/ 0 w 5072"/>
                <a:gd name="p0y11" fmla="*/ 2199 h 2280"/>
                <a:gd name="p0x12" fmla="*/ 0 w 5072"/>
                <a:gd name="p0y12" fmla="*/ 2100 h 2280"/>
                <a:gd name="p0x13" fmla="*/ 0 w 5072"/>
                <a:gd name="p0y13" fmla="*/ 180 h 2280"/>
                <a:gd name="p0x14" fmla="*/ 0 w 5072"/>
                <a:gd name="p0y14" fmla="*/ 80 h 2280"/>
                <a:gd name="p0x15" fmla="*/ 80 w 5072"/>
                <a:gd name="p0y15" fmla="*/ 0 h 2280"/>
                <a:gd name="p0x16" fmla="*/ 180 w 5072"/>
                <a:gd name="p0y16" fmla="*/ 0 h 22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3"/>
              </p:custDataLst>
            </p:nvPr>
          </p:nvSpPr>
          <p:spPr>
            <a:xfrm>
              <a:off x="12986" y="5100"/>
              <a:ext cx="5073" cy="180"/>
            </a:xfrm>
            <a:custGeom>
              <a:avLst/>
              <a:gdLst>
                <a:gd name="sw" fmla="*/ 1 w 5072"/>
                <a:gd name="sh" fmla="*/ 1 h 180"/>
                <a:gd name="mins" fmla="min sw sh"/>
                <a:gd name="dsw" fmla="+- 0 sw mins"/>
                <a:gd name="dsh" fmla="+- 0 sh mins"/>
                <a:gd name="p0x0" fmla="*/ 180 w 5072"/>
                <a:gd name="p0y0" fmla="*/ 0 h 180"/>
                <a:gd name="p0x1" fmla="*/ 4892 w 5072"/>
                <a:gd name="p0y1" fmla="*/ 0 h 180"/>
                <a:gd name="p0x2" fmla="*/ 4992 w 5072"/>
                <a:gd name="p0y2" fmla="*/ 0 h 180"/>
                <a:gd name="p0x3" fmla="*/ 5072 w 5072"/>
                <a:gd name="p0y3" fmla="*/ 80 h 180"/>
                <a:gd name="p0x4" fmla="*/ 5072 w 5072"/>
                <a:gd name="p0y4" fmla="*/ 180 h 180"/>
                <a:gd name="p0x5" fmla="*/ 5072 w 5072"/>
                <a:gd name="p0y5" fmla="*/ 105 h 180"/>
                <a:gd name="p0x6" fmla="*/ 4992 w 5072"/>
                <a:gd name="p0y6" fmla="*/ 45 h 180"/>
                <a:gd name="p0x7" fmla="*/ 4892 w 5072"/>
                <a:gd name="p0y7" fmla="*/ 45 h 180"/>
                <a:gd name="p0x8" fmla="*/ 180 w 5072"/>
                <a:gd name="p0y8" fmla="*/ 45 h 180"/>
                <a:gd name="p0x9" fmla="*/ 80 w 5072"/>
                <a:gd name="p0y9" fmla="*/ 45 h 180"/>
                <a:gd name="p0x10" fmla="*/ 0 w 5072"/>
                <a:gd name="p0y10" fmla="*/ 105 h 180"/>
                <a:gd name="p0x11" fmla="*/ 0 w 5072"/>
                <a:gd name="p0y11" fmla="*/ 180 h 180"/>
                <a:gd name="p0x12" fmla="*/ 0 w 5072"/>
                <a:gd name="p0y12" fmla="*/ 80 h 180"/>
                <a:gd name="p0x13" fmla="*/ 80 w 5072"/>
                <a:gd name="p0y13" fmla="*/ 0 h 180"/>
                <a:gd name="p0x14" fmla="*/ 180 w 5072"/>
                <a:gd name="p0y1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8361017" y="3381375"/>
            <a:ext cx="29927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/>
                </a:solidFill>
                <a:cs typeface="+mn-lt"/>
              </a:rPr>
              <a:t>第二步</a:t>
            </a:r>
            <a:endParaRPr sz="12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8361017" y="3619500"/>
            <a:ext cx="299270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反复试错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8361017" y="3910013"/>
            <a:ext cx="2992707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/>
            <a:r>
              <a:rPr sz="1200">
                <a:solidFill>
                  <a:srgbClr val="4A6178"/>
                </a:solidFill>
                <a:cs typeface="+mn-lt"/>
              </a:rPr>
              <a:t>实验强度太大、初期参数不合适，</a:t>
            </a:r>
            <a:r>
              <a:rPr sz="1200" b="1">
                <a:solidFill>
                  <a:schemeClr val="accent1"/>
                </a:solidFill>
                <a:cs typeface="+mn-lt"/>
              </a:rPr>
              <a:t>报废过一台电源、两台磁力搅拌器</a:t>
            </a:r>
            <a:r>
              <a:rPr sz="1200">
                <a:solidFill>
                  <a:srgbClr val="4A6178"/>
                </a:solidFill>
                <a:cs typeface="+mn-lt"/>
              </a:rPr>
              <a:t>，反复尝试各种材料组合与配比</a:t>
            </a:r>
            <a:endParaRPr sz="1200">
              <a:solidFill>
                <a:srgbClr val="4A6178"/>
              </a:solidFill>
              <a:cs typeface="+mn-lt"/>
            </a:endParaRPr>
          </a:p>
        </p:txBody>
      </p:sp>
      <p:sp>
        <p:nvSpPr>
          <p:cNvPr id="24" name="矩形 23"/>
          <p:cNvSpPr/>
          <p:nvPr>
            <p:custDataLst>
              <p:tags r:id="rId17"/>
            </p:custDataLst>
          </p:nvPr>
        </p:nvSpPr>
        <p:spPr>
          <a:xfrm>
            <a:off x="8055610" y="4876800"/>
            <a:ext cx="19050" cy="72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8246110" y="4876800"/>
            <a:ext cx="3220720" cy="1447800"/>
            <a:chOff x="12986" y="7680"/>
            <a:chExt cx="5072" cy="2280"/>
          </a:xfrm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grpSpPr>
        <p:sp>
          <p:nvSpPr>
            <p:cNvPr id="26" name="任意多边形 25"/>
            <p:cNvSpPr/>
            <p:nvPr>
              <p:custDataLst>
                <p:tags r:id="rId18"/>
              </p:custDataLst>
            </p:nvPr>
          </p:nvSpPr>
          <p:spPr>
            <a:xfrm>
              <a:off x="12986" y="7680"/>
              <a:ext cx="5073" cy="2280"/>
            </a:xfrm>
            <a:custGeom>
              <a:avLst/>
              <a:gdLst>
                <a:gd name="sw" fmla="*/ 1 w 5072"/>
                <a:gd name="sh" fmla="*/ 1 h 2280"/>
                <a:gd name="mins" fmla="min sw sh"/>
                <a:gd name="dsw" fmla="+- 0 sw mins"/>
                <a:gd name="dsh" fmla="+- 0 sh mins"/>
                <a:gd name="p0x0" fmla="*/ 180 w 5072"/>
                <a:gd name="p0y0" fmla="*/ 0 h 2280"/>
                <a:gd name="p0x1" fmla="*/ 4892 w 5072"/>
                <a:gd name="p0y1" fmla="*/ 0 h 2280"/>
                <a:gd name="p0x2" fmla="*/ 4992 w 5072"/>
                <a:gd name="p0y2" fmla="*/ 0 h 2280"/>
                <a:gd name="p0x3" fmla="*/ 5072 w 5072"/>
                <a:gd name="p0y3" fmla="*/ 80 h 2280"/>
                <a:gd name="p0x4" fmla="*/ 5072 w 5072"/>
                <a:gd name="p0y4" fmla="*/ 180 h 2280"/>
                <a:gd name="p0x5" fmla="*/ 5072 w 5072"/>
                <a:gd name="p0y5" fmla="*/ 2100 h 2280"/>
                <a:gd name="p0x6" fmla="*/ 5072 w 5072"/>
                <a:gd name="p0y6" fmla="*/ 2199 h 2280"/>
                <a:gd name="p0x7" fmla="*/ 4992 w 5072"/>
                <a:gd name="p0y7" fmla="*/ 2280 h 2280"/>
                <a:gd name="p0x8" fmla="*/ 4892 w 5072"/>
                <a:gd name="p0y8" fmla="*/ 2280 h 2280"/>
                <a:gd name="p0x9" fmla="*/ 180 w 5072"/>
                <a:gd name="p0y9" fmla="*/ 2280 h 2280"/>
                <a:gd name="p0x10" fmla="*/ 80 w 5072"/>
                <a:gd name="p0y10" fmla="*/ 2280 h 2280"/>
                <a:gd name="p0x11" fmla="*/ 0 w 5072"/>
                <a:gd name="p0y11" fmla="*/ 2199 h 2280"/>
                <a:gd name="p0x12" fmla="*/ 0 w 5072"/>
                <a:gd name="p0y12" fmla="*/ 2100 h 2280"/>
                <a:gd name="p0x13" fmla="*/ 0 w 5072"/>
                <a:gd name="p0y13" fmla="*/ 180 h 2280"/>
                <a:gd name="p0x14" fmla="*/ 0 w 5072"/>
                <a:gd name="p0y14" fmla="*/ 80 h 2280"/>
                <a:gd name="p0x15" fmla="*/ 80 w 5072"/>
                <a:gd name="p0y15" fmla="*/ 0 h 2280"/>
                <a:gd name="p0x16" fmla="*/ 180 w 5072"/>
                <a:gd name="p0y16" fmla="*/ 0 h 22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19"/>
              </p:custDataLst>
            </p:nvPr>
          </p:nvSpPr>
          <p:spPr>
            <a:xfrm>
              <a:off x="12986" y="7680"/>
              <a:ext cx="5073" cy="180"/>
            </a:xfrm>
            <a:custGeom>
              <a:avLst/>
              <a:gdLst>
                <a:gd name="sw" fmla="*/ 1 w 5072"/>
                <a:gd name="sh" fmla="*/ 1 h 180"/>
                <a:gd name="mins" fmla="min sw sh"/>
                <a:gd name="dsw" fmla="+- 0 sw mins"/>
                <a:gd name="dsh" fmla="+- 0 sh mins"/>
                <a:gd name="p0x0" fmla="*/ 180 w 5072"/>
                <a:gd name="p0y0" fmla="*/ 0 h 180"/>
                <a:gd name="p0x1" fmla="*/ 4892 w 5072"/>
                <a:gd name="p0y1" fmla="*/ 0 h 180"/>
                <a:gd name="p0x2" fmla="*/ 4992 w 5072"/>
                <a:gd name="p0y2" fmla="*/ 0 h 180"/>
                <a:gd name="p0x3" fmla="*/ 5072 w 5072"/>
                <a:gd name="p0y3" fmla="*/ 80 h 180"/>
                <a:gd name="p0x4" fmla="*/ 5072 w 5072"/>
                <a:gd name="p0y4" fmla="*/ 180 h 180"/>
                <a:gd name="p0x5" fmla="*/ 5072 w 5072"/>
                <a:gd name="p0y5" fmla="*/ 105 h 180"/>
                <a:gd name="p0x6" fmla="*/ 4992 w 5072"/>
                <a:gd name="p0y6" fmla="*/ 45 h 180"/>
                <a:gd name="p0x7" fmla="*/ 4892 w 5072"/>
                <a:gd name="p0y7" fmla="*/ 45 h 180"/>
                <a:gd name="p0x8" fmla="*/ 180 w 5072"/>
                <a:gd name="p0y8" fmla="*/ 45 h 180"/>
                <a:gd name="p0x9" fmla="*/ 80 w 5072"/>
                <a:gd name="p0y9" fmla="*/ 45 h 180"/>
                <a:gd name="p0x10" fmla="*/ 0 w 5072"/>
                <a:gd name="p0y10" fmla="*/ 105 h 180"/>
                <a:gd name="p0x11" fmla="*/ 0 w 5072"/>
                <a:gd name="p0y11" fmla="*/ 180 h 180"/>
                <a:gd name="p0x12" fmla="*/ 0 w 5072"/>
                <a:gd name="p0y12" fmla="*/ 80 h 180"/>
                <a:gd name="p0x13" fmla="*/ 80 w 5072"/>
                <a:gd name="p0y13" fmla="*/ 0 h 180"/>
                <a:gd name="p0x14" fmla="*/ 180 w 5072"/>
                <a:gd name="p0y14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>
            <p:custDataLst>
              <p:tags r:id="rId20"/>
            </p:custDataLst>
          </p:nvPr>
        </p:nvSpPr>
        <p:spPr>
          <a:xfrm>
            <a:off x="8361017" y="5019675"/>
            <a:ext cx="29927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/>
                </a:solidFill>
                <a:cs typeface="+mn-lt"/>
              </a:rPr>
              <a:t>第三步</a:t>
            </a:r>
            <a:endParaRPr sz="12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21"/>
            </p:custDataLst>
          </p:nvPr>
        </p:nvSpPr>
        <p:spPr>
          <a:xfrm>
            <a:off x="8361017" y="5257800"/>
            <a:ext cx="299270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材料诞生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8361017" y="5548313"/>
            <a:ext cx="2992707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/>
            <a:r>
              <a:rPr lang="zh-CN" altLang="en-US" sz="1200">
                <a:solidFill>
                  <a:srgbClr val="4A6178"/>
                </a:solidFill>
                <a:cs typeface="+mn-lt"/>
              </a:rPr>
              <a:t>一种集</a:t>
            </a:r>
            <a:r>
              <a:rPr lang="en-US" altLang="zh-CN" sz="1200">
                <a:solidFill>
                  <a:srgbClr val="4A6178"/>
                </a:solidFill>
                <a:cs typeface="+mn-lt"/>
              </a:rPr>
              <a:t> </a:t>
            </a:r>
            <a:r>
              <a:rPr sz="1200" b="1">
                <a:solidFill>
                  <a:schemeClr val="accent1"/>
                </a:solidFill>
                <a:cs typeface="+mn-lt"/>
              </a:rPr>
              <a:t>超轻、高强韧、高电磁屏蔽性</a:t>
            </a:r>
            <a:r>
              <a:rPr lang="en-US" sz="1200">
                <a:solidFill>
                  <a:srgbClr val="4A6178"/>
                </a:solidFill>
                <a:cs typeface="+mn-lt"/>
              </a:rPr>
              <a:t> </a:t>
            </a:r>
            <a:r>
              <a:rPr lang="zh-CN" altLang="en-US" sz="1200">
                <a:solidFill>
                  <a:srgbClr val="4A6178"/>
                </a:solidFill>
                <a:cs typeface="+mn-lt"/>
              </a:rPr>
              <a:t>于一体的多功能镁锂基复合材料终于诞生</a:t>
            </a:r>
            <a:endParaRPr lang="zh-CN" altLang="en-US" sz="1200">
              <a:solidFill>
                <a:srgbClr val="4A6178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23"/>
            </p:custDataLst>
          </p:nvPr>
        </p:nvSpPr>
        <p:spPr>
          <a:xfrm>
            <a:off x="8017510" y="227647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4"/>
            </p:custDataLst>
          </p:nvPr>
        </p:nvSpPr>
        <p:spPr>
          <a:xfrm>
            <a:off x="8017510" y="391477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5"/>
            </p:custDataLst>
          </p:nvPr>
        </p:nvSpPr>
        <p:spPr>
          <a:xfrm>
            <a:off x="8017510" y="555307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6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+mj-ea"/>
                <a:cs typeface="+mj-lt"/>
              </a:rPr>
              <a:t>从零到一：项目如何成型</a:t>
            </a:r>
            <a:endParaRPr sz="3000" b="1">
              <a:solidFill>
                <a:schemeClr val="tx2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D6A8A"/>
                </a:solidFill>
                <a:cs typeface="+mn-lt"/>
              </a:rPr>
              <a:t>从</a:t>
            </a:r>
            <a:r>
              <a:rPr lang="en-US" altLang="zh-CN" sz="1500">
                <a:solidFill>
                  <a:srgbClr val="4D6A8A"/>
                </a:solidFill>
                <a:cs typeface="+mn-lt"/>
              </a:rPr>
              <a:t>2022</a:t>
            </a:r>
            <a:r>
              <a:rPr lang="zh-CN" altLang="en-US" sz="1500">
                <a:solidFill>
                  <a:srgbClr val="4D6A8A"/>
                </a:solidFill>
                <a:cs typeface="+mn-lt"/>
              </a:rPr>
              <a:t>年</a:t>
            </a:r>
            <a:r>
              <a:rPr lang="en-US" altLang="zh-CN" sz="1500">
                <a:solidFill>
                  <a:srgbClr val="4D6A8A"/>
                </a:solidFill>
                <a:cs typeface="+mn-lt"/>
              </a:rPr>
              <a:t>8</a:t>
            </a:r>
            <a:r>
              <a:rPr lang="zh-CN" altLang="en-US" sz="1500">
                <a:solidFill>
                  <a:srgbClr val="4D6A8A"/>
                </a:solidFill>
                <a:cs typeface="+mn-lt"/>
              </a:rPr>
              <a:t>月到</a:t>
            </a:r>
            <a:r>
              <a:rPr lang="en-US" altLang="zh-CN" sz="1500">
                <a:solidFill>
                  <a:srgbClr val="4D6A8A"/>
                </a:solidFill>
                <a:cs typeface="+mn-lt"/>
              </a:rPr>
              <a:t>2023</a:t>
            </a:r>
            <a:r>
              <a:rPr lang="zh-CN" altLang="en-US" sz="1500">
                <a:solidFill>
                  <a:srgbClr val="4D6A8A"/>
                </a:solidFill>
                <a:cs typeface="+mn-lt"/>
              </a:rPr>
              <a:t>年</a:t>
            </a:r>
            <a:r>
              <a:rPr lang="en-US" altLang="zh-CN" sz="1500">
                <a:solidFill>
                  <a:srgbClr val="4D6A8A"/>
                </a:solidFill>
                <a:cs typeface="+mn-lt"/>
              </a:rPr>
              <a:t>5</a:t>
            </a:r>
            <a:r>
              <a:rPr lang="zh-CN" altLang="en-US" sz="1500">
                <a:solidFill>
                  <a:srgbClr val="4D6A8A"/>
                </a:solidFill>
                <a:cs typeface="+mn-lt"/>
              </a:rPr>
              <a:t>月，团队在实验室开启了一轮又一轮的实验</a:t>
            </a:r>
            <a:endParaRPr lang="zh-CN" altLang="en-US" sz="1500">
              <a:solidFill>
                <a:srgbClr val="4D6A8A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571500" y="1436370"/>
            <a:ext cx="11049000" cy="571500"/>
          </a:xfrm>
          <a:custGeom>
            <a:avLst/>
            <a:gdLst>
              <a:gd name="sw" fmla="*/ 1 w 17400"/>
              <a:gd name="sh" fmla="*/ 1 h 900"/>
              <a:gd name="mins" fmla="min sw sh"/>
              <a:gd name="dsw" fmla="+- 0 sw mins"/>
              <a:gd name="dsh" fmla="+- 0 sh mins"/>
              <a:gd name="p0x0" fmla="*/ 180 w 17400"/>
              <a:gd name="p0y0" fmla="*/ 0 h 900"/>
              <a:gd name="p0x1" fmla="*/ 17220 w 17400"/>
              <a:gd name="p0y1" fmla="*/ 0 h 900"/>
              <a:gd name="p0x2" fmla="*/ 17319 w 17400"/>
              <a:gd name="p0y2" fmla="*/ 0 h 900"/>
              <a:gd name="p0x3" fmla="*/ 17400 w 17400"/>
              <a:gd name="p0y3" fmla="*/ 80 h 900"/>
              <a:gd name="p0x4" fmla="*/ 17400 w 17400"/>
              <a:gd name="p0y4" fmla="*/ 180 h 900"/>
              <a:gd name="p0x5" fmla="*/ 17400 w 17400"/>
              <a:gd name="p0y5" fmla="*/ 720 h 900"/>
              <a:gd name="p0x6" fmla="*/ 17400 w 17400"/>
              <a:gd name="p0y6" fmla="*/ 819 h 900"/>
              <a:gd name="p0x7" fmla="*/ 17319 w 17400"/>
              <a:gd name="p0y7" fmla="*/ 900 h 900"/>
              <a:gd name="p0x8" fmla="*/ 17220 w 17400"/>
              <a:gd name="p0y8" fmla="*/ 900 h 900"/>
              <a:gd name="p0x9" fmla="*/ 180 w 17400"/>
              <a:gd name="p0y9" fmla="*/ 900 h 900"/>
              <a:gd name="p0x10" fmla="*/ 80 w 17400"/>
              <a:gd name="p0y10" fmla="*/ 900 h 900"/>
              <a:gd name="p0x11" fmla="*/ 0 w 17400"/>
              <a:gd name="p0y11" fmla="*/ 819 h 900"/>
              <a:gd name="p0x12" fmla="*/ 0 w 17400"/>
              <a:gd name="p0y12" fmla="*/ 720 h 900"/>
              <a:gd name="p0x13" fmla="*/ 0 w 17400"/>
              <a:gd name="p0y13" fmla="*/ 180 h 900"/>
              <a:gd name="p0x14" fmla="*/ 0 w 17400"/>
              <a:gd name="p0y14" fmla="*/ 80 h 900"/>
              <a:gd name="p0x15" fmla="*/ 80 w 17400"/>
              <a:gd name="p0y15" fmla="*/ 0 h 900"/>
              <a:gd name="p0x16" fmla="*/ 180 w 17400"/>
              <a:gd name="p0y16" fmla="*/ 0 h 9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10000"/>
              <a:lumOff val="90000"/>
              <a:alpha val="8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723900" y="15125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5355"/>
              <a:lumOff val="84645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b85c01dd-c31e-11f1-b2f6-82441680036c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19" b="19"/>
          <a:stretch>
            <a:fillRect/>
          </a:stretch>
        </p:blipFill>
        <p:spPr>
          <a:xfrm>
            <a:off x="809625" y="1598295"/>
            <a:ext cx="247650" cy="2476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257300" y="1565005"/>
            <a:ext cx="6096000" cy="3095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>
                <a:solidFill>
                  <a:srgbClr val="4D6A8A"/>
                </a:solidFill>
                <a:cs typeface="+mn-lt"/>
              </a:rPr>
              <a:t>从实验室到成果，</a:t>
            </a:r>
            <a:r>
              <a:rPr sz="1500" b="1">
                <a:solidFill>
                  <a:schemeClr val="accent1"/>
                </a:solidFill>
                <a:cs typeface="+mn-lt"/>
              </a:rPr>
              <a:t>五次修整、十五种配比</a:t>
            </a:r>
            <a:r>
              <a:rPr sz="1500">
                <a:solidFill>
                  <a:srgbClr val="4D6A8A"/>
                </a:solidFill>
                <a:cs typeface="+mn-lt"/>
              </a:rPr>
              <a:t>，一步步把设想变成现实。</a:t>
            </a:r>
            <a:endParaRPr sz="1500">
              <a:solidFill>
                <a:srgbClr val="4D6A8A"/>
              </a:solidFill>
              <a:cs typeface="+mn-lt"/>
            </a:endParaRPr>
          </a:p>
        </p:txBody>
      </p:sp>
      <p:sp>
        <p:nvSpPr>
          <p:cNvPr id="36" name="任意多边形 35"/>
          <p:cNvSpPr/>
          <p:nvPr>
            <p:custDataLst>
              <p:tags r:id="rId9"/>
            </p:custDataLst>
          </p:nvPr>
        </p:nvSpPr>
        <p:spPr>
          <a:xfrm>
            <a:off x="571500" y="5982970"/>
            <a:ext cx="11049000" cy="438150"/>
          </a:xfrm>
          <a:custGeom>
            <a:avLst/>
            <a:gdLst>
              <a:gd name="sw" fmla="*/ 1 w 17400"/>
              <a:gd name="sh" fmla="*/ 1 h 690"/>
              <a:gd name="mins" fmla="min sw sh"/>
              <a:gd name="dsw" fmla="+- 0 sw mins"/>
              <a:gd name="dsh" fmla="+- 0 sh mins"/>
              <a:gd name="p0x0" fmla="*/ 180 w 17400"/>
              <a:gd name="p0y0" fmla="*/ 0 h 690"/>
              <a:gd name="p0x1" fmla="*/ 17220 w 17400"/>
              <a:gd name="p0y1" fmla="*/ 0 h 690"/>
              <a:gd name="p0x2" fmla="*/ 17319 w 17400"/>
              <a:gd name="p0y2" fmla="*/ 0 h 690"/>
              <a:gd name="p0x3" fmla="*/ 17400 w 17400"/>
              <a:gd name="p0y3" fmla="*/ 80 h 690"/>
              <a:gd name="p0x4" fmla="*/ 17400 w 17400"/>
              <a:gd name="p0y4" fmla="*/ 180 h 690"/>
              <a:gd name="p0x5" fmla="*/ 17400 w 17400"/>
              <a:gd name="p0y5" fmla="*/ 510 h 690"/>
              <a:gd name="p0x6" fmla="*/ 17400 w 17400"/>
              <a:gd name="p0y6" fmla="*/ 609 h 690"/>
              <a:gd name="p0x7" fmla="*/ 17319 w 17400"/>
              <a:gd name="p0y7" fmla="*/ 690 h 690"/>
              <a:gd name="p0x8" fmla="*/ 17220 w 17400"/>
              <a:gd name="p0y8" fmla="*/ 690 h 690"/>
              <a:gd name="p0x9" fmla="*/ 180 w 17400"/>
              <a:gd name="p0y9" fmla="*/ 690 h 690"/>
              <a:gd name="p0x10" fmla="*/ 80 w 17400"/>
              <a:gd name="p0y10" fmla="*/ 690 h 690"/>
              <a:gd name="p0x11" fmla="*/ 0 w 17400"/>
              <a:gd name="p0y11" fmla="*/ 609 h 690"/>
              <a:gd name="p0x12" fmla="*/ 0 w 17400"/>
              <a:gd name="p0y12" fmla="*/ 510 h 690"/>
              <a:gd name="p0x13" fmla="*/ 0 w 17400"/>
              <a:gd name="p0y13" fmla="*/ 180 h 690"/>
              <a:gd name="p0x14" fmla="*/ 0 w 17400"/>
              <a:gd name="p0y14" fmla="*/ 80 h 690"/>
              <a:gd name="p0x15" fmla="*/ 80 w 17400"/>
              <a:gd name="p0y15" fmla="*/ 0 h 690"/>
              <a:gd name="p0x16" fmla="*/ 180 w 17400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10000"/>
              <a:lumOff val="90000"/>
              <a:alpha val="8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4381500" y="6045470"/>
            <a:ext cx="3429000" cy="3095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1500" i="1">
                <a:solidFill>
                  <a:srgbClr val="4D6A8A"/>
                </a:solidFill>
                <a:cs typeface="+mn-lt"/>
              </a:rPr>
              <a:t>“从起点到诞生，是</a:t>
            </a:r>
            <a:r>
              <a:rPr sz="1500" b="1" i="1">
                <a:solidFill>
                  <a:schemeClr val="accent1"/>
                </a:solidFill>
                <a:cs typeface="+mn-lt"/>
              </a:rPr>
              <a:t>持续迭代</a:t>
            </a:r>
            <a:r>
              <a:rPr sz="1500" i="1">
                <a:solidFill>
                  <a:srgbClr val="4D6A8A"/>
                </a:solidFill>
                <a:cs typeface="+mn-lt"/>
              </a:rPr>
              <a:t>的成果”</a:t>
            </a:r>
            <a:endParaRPr sz="1500" i="1">
              <a:solidFill>
                <a:srgbClr val="4D6A8A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575945" y="2229485"/>
            <a:ext cx="3597275" cy="1670685"/>
          </a:xfrm>
          <a:custGeom>
            <a:avLst/>
            <a:gdLst>
              <a:gd name="sw" fmla="*/ 1 w 5664"/>
              <a:gd name="sh" fmla="*/ 1 h 2630"/>
              <a:gd name="mins" fmla="min sw sh"/>
              <a:gd name="dsw" fmla="+- 0 sw mins"/>
              <a:gd name="dsh" fmla="+- 0 sh mins"/>
              <a:gd name="p0x0" fmla="*/ 180 w 5664"/>
              <a:gd name="p0y0" fmla="*/ 0 h 2630"/>
              <a:gd name="p0x1" fmla="*/ 5484 w 5664"/>
              <a:gd name="p0y1" fmla="*/ 0 h 2630"/>
              <a:gd name="p0x2" fmla="*/ 5584 w 5664"/>
              <a:gd name="p0y2" fmla="*/ 0 h 2630"/>
              <a:gd name="p0x3" fmla="*/ 5664 w 5664"/>
              <a:gd name="p0y3" fmla="*/ 80 h 2630"/>
              <a:gd name="p0x4" fmla="*/ 5664 w 5664"/>
              <a:gd name="p0y4" fmla="*/ 180 h 2630"/>
              <a:gd name="p0x5" fmla="*/ 5664 w 5664"/>
              <a:gd name="p0y5" fmla="*/ 2450 h 2630"/>
              <a:gd name="p0x6" fmla="*/ 5664 w 5664"/>
              <a:gd name="p0y6" fmla="*/ 2550 h 2630"/>
              <a:gd name="p0x7" fmla="*/ 5584 w 5664"/>
              <a:gd name="p0y7" fmla="*/ 2630 h 2630"/>
              <a:gd name="p0x8" fmla="*/ 5484 w 5664"/>
              <a:gd name="p0y8" fmla="*/ 2630 h 2630"/>
              <a:gd name="p0x9" fmla="*/ 180 w 5664"/>
              <a:gd name="p0y9" fmla="*/ 2630 h 2630"/>
              <a:gd name="p0x10" fmla="*/ 80 w 5664"/>
              <a:gd name="p0y10" fmla="*/ 2630 h 2630"/>
              <a:gd name="p0x11" fmla="*/ 0 w 5664"/>
              <a:gd name="p0y11" fmla="*/ 2550 h 2630"/>
              <a:gd name="p0x12" fmla="*/ 0 w 5664"/>
              <a:gd name="p0y12" fmla="*/ 2450 h 2630"/>
              <a:gd name="p0x13" fmla="*/ 0 w 5664"/>
              <a:gd name="p0y13" fmla="*/ 180 h 2630"/>
              <a:gd name="p0x14" fmla="*/ 0 w 5664"/>
              <a:gd name="p0y14" fmla="*/ 80 h 2630"/>
              <a:gd name="p0x15" fmla="*/ 80 w 5664"/>
              <a:gd name="p0y15" fmla="*/ 0 h 2630"/>
              <a:gd name="p0x16" fmla="*/ 180 w 5664"/>
              <a:gd name="p0y16" fmla="*/ 0 h 2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455"/>
              <a:lumOff val="54545"/>
              <a:alpha val="36000"/>
            </a:schemeClr>
          </a:solidFill>
          <a:ln w="9525" cmpd="sng">
            <a:solidFill>
              <a:schemeClr val="bg2">
                <a:lumMod val="87705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33425" y="2348865"/>
            <a:ext cx="685800" cy="1432560"/>
          </a:xfrm>
          <a:custGeom>
            <a:avLst/>
            <a:gdLst>
              <a:gd name="sw" fmla="*/ 1 w 1080"/>
              <a:gd name="sh" fmla="*/ 1 h 2255"/>
              <a:gd name="mins" fmla="min sw sh"/>
              <a:gd name="dsw" fmla="+- 0 sw mins"/>
              <a:gd name="dsh" fmla="+- 0 sh mins"/>
              <a:gd name="p0x0" fmla="*/ 180 w 1080"/>
              <a:gd name="p0y0" fmla="*/ 0 h 2255"/>
              <a:gd name="p0x1" fmla="*/ 900 w 1080"/>
              <a:gd name="p0y1" fmla="*/ 0 h 2255"/>
              <a:gd name="p0x2" fmla="*/ 999 w 1080"/>
              <a:gd name="p0y2" fmla="*/ 0 h 2255"/>
              <a:gd name="p0x3" fmla="*/ 1080 w 1080"/>
              <a:gd name="p0y3" fmla="*/ 80 h 2255"/>
              <a:gd name="p0x4" fmla="*/ 1080 w 1080"/>
              <a:gd name="p0y4" fmla="*/ 180 h 2255"/>
              <a:gd name="p0x5" fmla="*/ 1080 w 1080"/>
              <a:gd name="p0y5" fmla="*/ 2075 h 2255"/>
              <a:gd name="p0x6" fmla="*/ 1080 w 1080"/>
              <a:gd name="p0y6" fmla="*/ 2175 h 2255"/>
              <a:gd name="p0x7" fmla="*/ 999 w 1080"/>
              <a:gd name="p0y7" fmla="*/ 2255 h 2255"/>
              <a:gd name="p0x8" fmla="*/ 900 w 1080"/>
              <a:gd name="p0y8" fmla="*/ 2255 h 2255"/>
              <a:gd name="p0x9" fmla="*/ 180 w 1080"/>
              <a:gd name="p0y9" fmla="*/ 2255 h 2255"/>
              <a:gd name="p0x10" fmla="*/ 80 w 1080"/>
              <a:gd name="p0y10" fmla="*/ 2255 h 2255"/>
              <a:gd name="p0x11" fmla="*/ 0 w 1080"/>
              <a:gd name="p0y11" fmla="*/ 2175 h 2255"/>
              <a:gd name="p0x12" fmla="*/ 0 w 1080"/>
              <a:gd name="p0y12" fmla="*/ 2075 h 2255"/>
              <a:gd name="p0x13" fmla="*/ 0 w 1080"/>
              <a:gd name="p0y13" fmla="*/ 180 h 2255"/>
              <a:gd name="p0x14" fmla="*/ 0 w 1080"/>
              <a:gd name="p0y14" fmla="*/ 80 h 2255"/>
              <a:gd name="p0x15" fmla="*/ 80 w 1080"/>
              <a:gd name="p0y15" fmla="*/ 0 h 2255"/>
              <a:gd name="p0x16" fmla="*/ 180 w 1080"/>
              <a:gd name="p0y16" fmla="*/ 0 h 2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81227" y="2818419"/>
            <a:ext cx="342605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FFF"/>
                </a:solidFill>
                <a:cs typeface="+mn-lt"/>
              </a:rPr>
              <a:t>01</a:t>
            </a:r>
            <a:endParaRPr sz="1200">
              <a:solidFill>
                <a:srgbClr val="FFFFFF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719661" y="3002251"/>
            <a:ext cx="7132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108">
                <a:solidFill>
                  <a:srgbClr val="FFFFFF"/>
                </a:solidFill>
                <a:cs typeface="+mn-lt"/>
              </a:rPr>
              <a:t>起点</a:t>
            </a:r>
            <a:endParaRPr b="1" spc="108">
              <a:solidFill>
                <a:srgbClr val="FFFFFF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1533525" y="2638444"/>
            <a:ext cx="248282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郭政佑</a:t>
            </a:r>
            <a:r>
              <a:rPr sz="1350">
                <a:solidFill>
                  <a:schemeClr val="tx2"/>
                </a:solidFill>
                <a:cs typeface="+mn-lt"/>
              </a:rPr>
              <a:t>大二时加入巫瑞智教授带领的“镁锂基电磁屏蔽材料”课题研究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4297045" y="2229485"/>
            <a:ext cx="3597275" cy="1670685"/>
          </a:xfrm>
          <a:custGeom>
            <a:avLst/>
            <a:gdLst>
              <a:gd name="sw" fmla="*/ 1 w 5664"/>
              <a:gd name="sh" fmla="*/ 1 h 2630"/>
              <a:gd name="mins" fmla="min sw sh"/>
              <a:gd name="dsw" fmla="+- 0 sw mins"/>
              <a:gd name="dsh" fmla="+- 0 sh mins"/>
              <a:gd name="p0x0" fmla="*/ 180 w 5664"/>
              <a:gd name="p0y0" fmla="*/ 0 h 2630"/>
              <a:gd name="p0x1" fmla="*/ 5484 w 5664"/>
              <a:gd name="p0y1" fmla="*/ 0 h 2630"/>
              <a:gd name="p0x2" fmla="*/ 5584 w 5664"/>
              <a:gd name="p0y2" fmla="*/ 0 h 2630"/>
              <a:gd name="p0x3" fmla="*/ 5664 w 5664"/>
              <a:gd name="p0y3" fmla="*/ 80 h 2630"/>
              <a:gd name="p0x4" fmla="*/ 5664 w 5664"/>
              <a:gd name="p0y4" fmla="*/ 180 h 2630"/>
              <a:gd name="p0x5" fmla="*/ 5664 w 5664"/>
              <a:gd name="p0y5" fmla="*/ 2450 h 2630"/>
              <a:gd name="p0x6" fmla="*/ 5664 w 5664"/>
              <a:gd name="p0y6" fmla="*/ 2550 h 2630"/>
              <a:gd name="p0x7" fmla="*/ 5584 w 5664"/>
              <a:gd name="p0y7" fmla="*/ 2630 h 2630"/>
              <a:gd name="p0x8" fmla="*/ 5484 w 5664"/>
              <a:gd name="p0y8" fmla="*/ 2630 h 2630"/>
              <a:gd name="p0x9" fmla="*/ 180 w 5664"/>
              <a:gd name="p0y9" fmla="*/ 2630 h 2630"/>
              <a:gd name="p0x10" fmla="*/ 80 w 5664"/>
              <a:gd name="p0y10" fmla="*/ 2630 h 2630"/>
              <a:gd name="p0x11" fmla="*/ 0 w 5664"/>
              <a:gd name="p0y11" fmla="*/ 2550 h 2630"/>
              <a:gd name="p0x12" fmla="*/ 0 w 5664"/>
              <a:gd name="p0y12" fmla="*/ 2450 h 2630"/>
              <a:gd name="p0x13" fmla="*/ 0 w 5664"/>
              <a:gd name="p0y13" fmla="*/ 180 h 2630"/>
              <a:gd name="p0x14" fmla="*/ 0 w 5664"/>
              <a:gd name="p0y14" fmla="*/ 80 h 2630"/>
              <a:gd name="p0x15" fmla="*/ 80 w 5664"/>
              <a:gd name="p0y15" fmla="*/ 0 h 2630"/>
              <a:gd name="p0x16" fmla="*/ 180 w 5664"/>
              <a:gd name="p0y16" fmla="*/ 0 h 2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455"/>
              <a:lumOff val="54545"/>
              <a:alpha val="38000"/>
            </a:schemeClr>
          </a:solidFill>
          <a:ln w="9525" cmpd="sng">
            <a:solidFill>
              <a:schemeClr val="bg2">
                <a:lumMod val="87705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4453890" y="2348865"/>
            <a:ext cx="685800" cy="1432560"/>
          </a:xfrm>
          <a:custGeom>
            <a:avLst/>
            <a:gdLst>
              <a:gd name="sw" fmla="*/ 1 w 1080"/>
              <a:gd name="sh" fmla="*/ 1 h 2255"/>
              <a:gd name="mins" fmla="min sw sh"/>
              <a:gd name="dsw" fmla="+- 0 sw mins"/>
              <a:gd name="dsh" fmla="+- 0 sh mins"/>
              <a:gd name="p0x0" fmla="*/ 180 w 1080"/>
              <a:gd name="p0y0" fmla="*/ 0 h 2255"/>
              <a:gd name="p0x1" fmla="*/ 900 w 1080"/>
              <a:gd name="p0y1" fmla="*/ 0 h 2255"/>
              <a:gd name="p0x2" fmla="*/ 999 w 1080"/>
              <a:gd name="p0y2" fmla="*/ 0 h 2255"/>
              <a:gd name="p0x3" fmla="*/ 1080 w 1080"/>
              <a:gd name="p0y3" fmla="*/ 80 h 2255"/>
              <a:gd name="p0x4" fmla="*/ 1080 w 1080"/>
              <a:gd name="p0y4" fmla="*/ 180 h 2255"/>
              <a:gd name="p0x5" fmla="*/ 1080 w 1080"/>
              <a:gd name="p0y5" fmla="*/ 2075 h 2255"/>
              <a:gd name="p0x6" fmla="*/ 1080 w 1080"/>
              <a:gd name="p0y6" fmla="*/ 2175 h 2255"/>
              <a:gd name="p0x7" fmla="*/ 999 w 1080"/>
              <a:gd name="p0y7" fmla="*/ 2255 h 2255"/>
              <a:gd name="p0x8" fmla="*/ 900 w 1080"/>
              <a:gd name="p0y8" fmla="*/ 2255 h 2255"/>
              <a:gd name="p0x9" fmla="*/ 180 w 1080"/>
              <a:gd name="p0y9" fmla="*/ 2255 h 2255"/>
              <a:gd name="p0x10" fmla="*/ 80 w 1080"/>
              <a:gd name="p0y10" fmla="*/ 2255 h 2255"/>
              <a:gd name="p0x11" fmla="*/ 0 w 1080"/>
              <a:gd name="p0y11" fmla="*/ 2175 h 2255"/>
              <a:gd name="p0x12" fmla="*/ 0 w 1080"/>
              <a:gd name="p0y12" fmla="*/ 2075 h 2255"/>
              <a:gd name="p0x13" fmla="*/ 0 w 1080"/>
              <a:gd name="p0y13" fmla="*/ 180 h 2255"/>
              <a:gd name="p0x14" fmla="*/ 0 w 1080"/>
              <a:gd name="p0y14" fmla="*/ 80 h 2255"/>
              <a:gd name="p0x15" fmla="*/ 80 w 1080"/>
              <a:gd name="p0y15" fmla="*/ 0 h 2255"/>
              <a:gd name="p0x16" fmla="*/ 180 w 1080"/>
              <a:gd name="p0y16" fmla="*/ 0 h 2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4702302" y="2675544"/>
            <a:ext cx="342605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FFF"/>
                </a:solidFill>
                <a:cs typeface="+mn-lt"/>
              </a:rPr>
              <a:t>02</a:t>
            </a:r>
            <a:endParaRPr sz="1200">
              <a:solidFill>
                <a:srgbClr val="FFFFFF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4497886" y="2859376"/>
            <a:ext cx="59896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108">
                <a:solidFill>
                  <a:srgbClr val="FFFFFF"/>
                </a:solidFill>
                <a:cs typeface="+mn-lt"/>
              </a:rPr>
              <a:t>功能攻关</a:t>
            </a:r>
            <a:endParaRPr b="1" spc="108">
              <a:solidFill>
                <a:srgbClr val="FFFFFF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5254599" y="2775585"/>
            <a:ext cx="24828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反复实验</a:t>
            </a:r>
            <a:r>
              <a:rPr sz="1350" b="1">
                <a:solidFill>
                  <a:schemeClr val="tx2"/>
                </a:solidFill>
                <a:cs typeface="+mn-lt"/>
              </a:rPr>
              <a:t>五次</a:t>
            </a:r>
            <a:r>
              <a:rPr sz="1350">
                <a:solidFill>
                  <a:schemeClr val="tx2"/>
                </a:solidFill>
                <a:cs typeface="+mn-lt"/>
              </a:rPr>
              <a:t>，终于得到理想的多维平行界面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8018145" y="2229485"/>
            <a:ext cx="3597275" cy="1670685"/>
          </a:xfrm>
          <a:custGeom>
            <a:avLst/>
            <a:gdLst>
              <a:gd name="sw" fmla="*/ 1 w 5664"/>
              <a:gd name="sh" fmla="*/ 1 h 2630"/>
              <a:gd name="mins" fmla="min sw sh"/>
              <a:gd name="dsw" fmla="+- 0 sw mins"/>
              <a:gd name="dsh" fmla="+- 0 sh mins"/>
              <a:gd name="p0x0" fmla="*/ 180 w 5664"/>
              <a:gd name="p0y0" fmla="*/ 0 h 2630"/>
              <a:gd name="p0x1" fmla="*/ 5484 w 5664"/>
              <a:gd name="p0y1" fmla="*/ 0 h 2630"/>
              <a:gd name="p0x2" fmla="*/ 5584 w 5664"/>
              <a:gd name="p0y2" fmla="*/ 0 h 2630"/>
              <a:gd name="p0x3" fmla="*/ 5664 w 5664"/>
              <a:gd name="p0y3" fmla="*/ 80 h 2630"/>
              <a:gd name="p0x4" fmla="*/ 5664 w 5664"/>
              <a:gd name="p0y4" fmla="*/ 180 h 2630"/>
              <a:gd name="p0x5" fmla="*/ 5664 w 5664"/>
              <a:gd name="p0y5" fmla="*/ 2450 h 2630"/>
              <a:gd name="p0x6" fmla="*/ 5664 w 5664"/>
              <a:gd name="p0y6" fmla="*/ 2550 h 2630"/>
              <a:gd name="p0x7" fmla="*/ 5584 w 5664"/>
              <a:gd name="p0y7" fmla="*/ 2630 h 2630"/>
              <a:gd name="p0x8" fmla="*/ 5484 w 5664"/>
              <a:gd name="p0y8" fmla="*/ 2630 h 2630"/>
              <a:gd name="p0x9" fmla="*/ 180 w 5664"/>
              <a:gd name="p0y9" fmla="*/ 2630 h 2630"/>
              <a:gd name="p0x10" fmla="*/ 80 w 5664"/>
              <a:gd name="p0y10" fmla="*/ 2630 h 2630"/>
              <a:gd name="p0x11" fmla="*/ 0 w 5664"/>
              <a:gd name="p0y11" fmla="*/ 2550 h 2630"/>
              <a:gd name="p0x12" fmla="*/ 0 w 5664"/>
              <a:gd name="p0y12" fmla="*/ 2450 h 2630"/>
              <a:gd name="p0x13" fmla="*/ 0 w 5664"/>
              <a:gd name="p0y13" fmla="*/ 180 h 2630"/>
              <a:gd name="p0x14" fmla="*/ 0 w 5664"/>
              <a:gd name="p0y14" fmla="*/ 80 h 2630"/>
              <a:gd name="p0x15" fmla="*/ 80 w 5664"/>
              <a:gd name="p0y15" fmla="*/ 0 h 2630"/>
              <a:gd name="p0x16" fmla="*/ 180 w 5664"/>
              <a:gd name="p0y16" fmla="*/ 0 h 2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455"/>
              <a:lumOff val="54545"/>
              <a:alpha val="36000"/>
            </a:schemeClr>
          </a:solidFill>
          <a:ln w="9525" cmpd="sng">
            <a:solidFill>
              <a:schemeClr val="bg2">
                <a:lumMod val="87705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2"/>
            </p:custDataLst>
          </p:nvPr>
        </p:nvSpPr>
        <p:spPr>
          <a:xfrm>
            <a:off x="8174990" y="2348865"/>
            <a:ext cx="685800" cy="1432560"/>
          </a:xfrm>
          <a:custGeom>
            <a:avLst/>
            <a:gdLst>
              <a:gd name="sw" fmla="*/ 1 w 1080"/>
              <a:gd name="sh" fmla="*/ 1 h 2255"/>
              <a:gd name="mins" fmla="min sw sh"/>
              <a:gd name="dsw" fmla="+- 0 sw mins"/>
              <a:gd name="dsh" fmla="+- 0 sh mins"/>
              <a:gd name="p0x0" fmla="*/ 180 w 1080"/>
              <a:gd name="p0y0" fmla="*/ 0 h 2255"/>
              <a:gd name="p0x1" fmla="*/ 900 w 1080"/>
              <a:gd name="p0y1" fmla="*/ 0 h 2255"/>
              <a:gd name="p0x2" fmla="*/ 999 w 1080"/>
              <a:gd name="p0y2" fmla="*/ 0 h 2255"/>
              <a:gd name="p0x3" fmla="*/ 1080 w 1080"/>
              <a:gd name="p0y3" fmla="*/ 80 h 2255"/>
              <a:gd name="p0x4" fmla="*/ 1080 w 1080"/>
              <a:gd name="p0y4" fmla="*/ 180 h 2255"/>
              <a:gd name="p0x5" fmla="*/ 1080 w 1080"/>
              <a:gd name="p0y5" fmla="*/ 2075 h 2255"/>
              <a:gd name="p0x6" fmla="*/ 1080 w 1080"/>
              <a:gd name="p0y6" fmla="*/ 2175 h 2255"/>
              <a:gd name="p0x7" fmla="*/ 999 w 1080"/>
              <a:gd name="p0y7" fmla="*/ 2255 h 2255"/>
              <a:gd name="p0x8" fmla="*/ 900 w 1080"/>
              <a:gd name="p0y8" fmla="*/ 2255 h 2255"/>
              <a:gd name="p0x9" fmla="*/ 180 w 1080"/>
              <a:gd name="p0y9" fmla="*/ 2255 h 2255"/>
              <a:gd name="p0x10" fmla="*/ 80 w 1080"/>
              <a:gd name="p0y10" fmla="*/ 2255 h 2255"/>
              <a:gd name="p0x11" fmla="*/ 0 w 1080"/>
              <a:gd name="p0y11" fmla="*/ 2175 h 2255"/>
              <a:gd name="p0x12" fmla="*/ 0 w 1080"/>
              <a:gd name="p0y12" fmla="*/ 2075 h 2255"/>
              <a:gd name="p0x13" fmla="*/ 0 w 1080"/>
              <a:gd name="p0y13" fmla="*/ 180 h 2255"/>
              <a:gd name="p0x14" fmla="*/ 0 w 1080"/>
              <a:gd name="p0y14" fmla="*/ 80 h 2255"/>
              <a:gd name="p0x15" fmla="*/ 80 w 1080"/>
              <a:gd name="p0y15" fmla="*/ 0 h 2255"/>
              <a:gd name="p0x16" fmla="*/ 180 w 1080"/>
              <a:gd name="p0y16" fmla="*/ 0 h 2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1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8423377" y="2675544"/>
            <a:ext cx="342605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FFF"/>
                </a:solidFill>
                <a:cs typeface="+mn-lt"/>
              </a:rPr>
              <a:t>03</a:t>
            </a:r>
            <a:endParaRPr sz="1200">
              <a:solidFill>
                <a:srgbClr val="FFFFFF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8218960" y="2859376"/>
            <a:ext cx="59896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108">
                <a:solidFill>
                  <a:srgbClr val="FFFFFF"/>
                </a:solidFill>
                <a:cs typeface="+mn-lt"/>
              </a:rPr>
              <a:t>配方探索</a:t>
            </a:r>
            <a:endParaRPr b="1" spc="108">
              <a:solidFill>
                <a:srgbClr val="FFFFFF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8975674" y="2638444"/>
            <a:ext cx="248282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先后尝试超过</a:t>
            </a:r>
            <a:r>
              <a:rPr lang="en-US" sz="1350" b="1">
                <a:solidFill>
                  <a:schemeClr val="tx2"/>
                </a:solidFill>
                <a:cs typeface="+mn-lt"/>
              </a:rPr>
              <a:t>15</a:t>
            </a:r>
            <a:r>
              <a:rPr lang="zh-CN" altLang="en-US" sz="1350" b="1">
                <a:solidFill>
                  <a:schemeClr val="tx2"/>
                </a:solidFill>
                <a:cs typeface="+mn-lt"/>
              </a:rPr>
              <a:t>种</a:t>
            </a:r>
            <a:r>
              <a:rPr sz="1350">
                <a:solidFill>
                  <a:schemeClr val="tx2"/>
                </a:solidFill>
                <a:cs typeface="+mn-lt"/>
              </a:rPr>
              <a:t>合金元素配比，比例不合适会让材料成形性不够、一轧就断裂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614045" y="4023995"/>
            <a:ext cx="5419725" cy="1670685"/>
          </a:xfrm>
          <a:custGeom>
            <a:avLst/>
            <a:gdLst>
              <a:gd name="sw" fmla="*/ 1 w 8535"/>
              <a:gd name="sh" fmla="*/ 1 h 2630"/>
              <a:gd name="mins" fmla="min sw sh"/>
              <a:gd name="dsw" fmla="+- 0 sw mins"/>
              <a:gd name="dsh" fmla="+- 0 sh mins"/>
              <a:gd name="p0x0" fmla="*/ 180 w 8535"/>
              <a:gd name="p0y0" fmla="*/ 0 h 2630"/>
              <a:gd name="p0x1" fmla="*/ 8355 w 8535"/>
              <a:gd name="p0y1" fmla="*/ 0 h 2630"/>
              <a:gd name="p0x2" fmla="*/ 8454 w 8535"/>
              <a:gd name="p0y2" fmla="*/ 0 h 2630"/>
              <a:gd name="p0x3" fmla="*/ 8535 w 8535"/>
              <a:gd name="p0y3" fmla="*/ 80 h 2630"/>
              <a:gd name="p0x4" fmla="*/ 8535 w 8535"/>
              <a:gd name="p0y4" fmla="*/ 180 h 2630"/>
              <a:gd name="p0x5" fmla="*/ 8535 w 8535"/>
              <a:gd name="p0y5" fmla="*/ 2450 h 2630"/>
              <a:gd name="p0x6" fmla="*/ 8535 w 8535"/>
              <a:gd name="p0y6" fmla="*/ 2550 h 2630"/>
              <a:gd name="p0x7" fmla="*/ 8454 w 8535"/>
              <a:gd name="p0y7" fmla="*/ 2630 h 2630"/>
              <a:gd name="p0x8" fmla="*/ 8355 w 8535"/>
              <a:gd name="p0y8" fmla="*/ 2630 h 2630"/>
              <a:gd name="p0x9" fmla="*/ 180 w 8535"/>
              <a:gd name="p0y9" fmla="*/ 2630 h 2630"/>
              <a:gd name="p0x10" fmla="*/ 80 w 8535"/>
              <a:gd name="p0y10" fmla="*/ 2630 h 2630"/>
              <a:gd name="p0x11" fmla="*/ 0 w 8535"/>
              <a:gd name="p0y11" fmla="*/ 2550 h 2630"/>
              <a:gd name="p0x12" fmla="*/ 0 w 8535"/>
              <a:gd name="p0y12" fmla="*/ 2450 h 2630"/>
              <a:gd name="p0x13" fmla="*/ 0 w 8535"/>
              <a:gd name="p0y13" fmla="*/ 180 h 2630"/>
              <a:gd name="p0x14" fmla="*/ 0 w 8535"/>
              <a:gd name="p0y14" fmla="*/ 80 h 2630"/>
              <a:gd name="p0x15" fmla="*/ 80 w 8535"/>
              <a:gd name="p0y15" fmla="*/ 0 h 2630"/>
              <a:gd name="p0x16" fmla="*/ 180 w 8535"/>
              <a:gd name="p0y16" fmla="*/ 0 h 2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455"/>
              <a:lumOff val="54545"/>
              <a:alpha val="38000"/>
            </a:schemeClr>
          </a:solidFill>
          <a:ln w="9525" cmpd="sng">
            <a:solidFill>
              <a:schemeClr val="bg2">
                <a:lumMod val="87705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7"/>
            </p:custDataLst>
          </p:nvPr>
        </p:nvSpPr>
        <p:spPr>
          <a:xfrm>
            <a:off x="771525" y="4143375"/>
            <a:ext cx="685800" cy="1431925"/>
          </a:xfrm>
          <a:custGeom>
            <a:avLst/>
            <a:gdLst>
              <a:gd name="sw" fmla="*/ 1 w 1080"/>
              <a:gd name="sh" fmla="*/ 1 h 2255"/>
              <a:gd name="mins" fmla="min sw sh"/>
              <a:gd name="dsw" fmla="+- 0 sw mins"/>
              <a:gd name="dsh" fmla="+- 0 sh mins"/>
              <a:gd name="p0x0" fmla="*/ 180 w 1080"/>
              <a:gd name="p0y0" fmla="*/ 0 h 2255"/>
              <a:gd name="p0x1" fmla="*/ 900 w 1080"/>
              <a:gd name="p0y1" fmla="*/ 0 h 2255"/>
              <a:gd name="p0x2" fmla="*/ 999 w 1080"/>
              <a:gd name="p0y2" fmla="*/ 0 h 2255"/>
              <a:gd name="p0x3" fmla="*/ 1080 w 1080"/>
              <a:gd name="p0y3" fmla="*/ 80 h 2255"/>
              <a:gd name="p0x4" fmla="*/ 1080 w 1080"/>
              <a:gd name="p0y4" fmla="*/ 180 h 2255"/>
              <a:gd name="p0x5" fmla="*/ 1080 w 1080"/>
              <a:gd name="p0y5" fmla="*/ 2075 h 2255"/>
              <a:gd name="p0x6" fmla="*/ 1080 w 1080"/>
              <a:gd name="p0y6" fmla="*/ 2175 h 2255"/>
              <a:gd name="p0x7" fmla="*/ 999 w 1080"/>
              <a:gd name="p0y7" fmla="*/ 2255 h 2255"/>
              <a:gd name="p0x8" fmla="*/ 900 w 1080"/>
              <a:gd name="p0y8" fmla="*/ 2255 h 2255"/>
              <a:gd name="p0x9" fmla="*/ 180 w 1080"/>
              <a:gd name="p0y9" fmla="*/ 2255 h 2255"/>
              <a:gd name="p0x10" fmla="*/ 80 w 1080"/>
              <a:gd name="p0y10" fmla="*/ 2255 h 2255"/>
              <a:gd name="p0x11" fmla="*/ 0 w 1080"/>
              <a:gd name="p0y11" fmla="*/ 2175 h 2255"/>
              <a:gd name="p0x12" fmla="*/ 0 w 1080"/>
              <a:gd name="p0y12" fmla="*/ 2075 h 2255"/>
              <a:gd name="p0x13" fmla="*/ 0 w 1080"/>
              <a:gd name="p0y13" fmla="*/ 180 h 2255"/>
              <a:gd name="p0x14" fmla="*/ 0 w 1080"/>
              <a:gd name="p0y14" fmla="*/ 80 h 2255"/>
              <a:gd name="p0x15" fmla="*/ 80 w 1080"/>
              <a:gd name="p0y15" fmla="*/ 0 h 2255"/>
              <a:gd name="p0x16" fmla="*/ 180 w 1080"/>
              <a:gd name="p0y16" fmla="*/ 0 h 2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8"/>
            </p:custDataLst>
          </p:nvPr>
        </p:nvSpPr>
        <p:spPr>
          <a:xfrm>
            <a:off x="1019327" y="4470035"/>
            <a:ext cx="342605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FFF"/>
                </a:solidFill>
                <a:cs typeface="+mn-lt"/>
              </a:rPr>
              <a:t>04</a:t>
            </a:r>
            <a:endParaRPr sz="1200">
              <a:solidFill>
                <a:srgbClr val="FFFFFF"/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9"/>
            </p:custDataLst>
          </p:nvPr>
        </p:nvSpPr>
        <p:spPr>
          <a:xfrm>
            <a:off x="814911" y="4653867"/>
            <a:ext cx="59896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108">
                <a:solidFill>
                  <a:srgbClr val="FFFFFF"/>
                </a:solidFill>
                <a:cs typeface="+mn-lt"/>
              </a:rPr>
              <a:t>难忘经历</a:t>
            </a:r>
            <a:endParaRPr b="1" spc="108">
              <a:solidFill>
                <a:srgbClr val="FFFFFF"/>
              </a:solidFill>
              <a:cs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30"/>
            </p:custDataLst>
          </p:nvPr>
        </p:nvSpPr>
        <p:spPr>
          <a:xfrm>
            <a:off x="1571625" y="4570076"/>
            <a:ext cx="4286402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因实验强度大、参数设置不合适，团队报废过</a:t>
            </a:r>
            <a:r>
              <a:rPr sz="1350" b="1">
                <a:solidFill>
                  <a:schemeClr val="tx2"/>
                </a:solidFill>
                <a:cs typeface="+mn-lt"/>
              </a:rPr>
              <a:t>一台电源、两台磁力搅拌器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31"/>
            </p:custDataLst>
          </p:nvPr>
        </p:nvSpPr>
        <p:spPr>
          <a:xfrm>
            <a:off x="6157595" y="4023995"/>
            <a:ext cx="5419725" cy="1670685"/>
          </a:xfrm>
          <a:custGeom>
            <a:avLst/>
            <a:gdLst>
              <a:gd name="sw" fmla="*/ 1 w 8535"/>
              <a:gd name="sh" fmla="*/ 1 h 2630"/>
              <a:gd name="mins" fmla="min sw sh"/>
              <a:gd name="dsw" fmla="+- 0 sw mins"/>
              <a:gd name="dsh" fmla="+- 0 sh mins"/>
              <a:gd name="p0x0" fmla="*/ 180 w 8535"/>
              <a:gd name="p0y0" fmla="*/ 0 h 2630"/>
              <a:gd name="p0x1" fmla="*/ 8355 w 8535"/>
              <a:gd name="p0y1" fmla="*/ 0 h 2630"/>
              <a:gd name="p0x2" fmla="*/ 8454 w 8535"/>
              <a:gd name="p0y2" fmla="*/ 0 h 2630"/>
              <a:gd name="p0x3" fmla="*/ 8535 w 8535"/>
              <a:gd name="p0y3" fmla="*/ 80 h 2630"/>
              <a:gd name="p0x4" fmla="*/ 8535 w 8535"/>
              <a:gd name="p0y4" fmla="*/ 180 h 2630"/>
              <a:gd name="p0x5" fmla="*/ 8535 w 8535"/>
              <a:gd name="p0y5" fmla="*/ 2450 h 2630"/>
              <a:gd name="p0x6" fmla="*/ 8535 w 8535"/>
              <a:gd name="p0y6" fmla="*/ 2550 h 2630"/>
              <a:gd name="p0x7" fmla="*/ 8454 w 8535"/>
              <a:gd name="p0y7" fmla="*/ 2630 h 2630"/>
              <a:gd name="p0x8" fmla="*/ 8355 w 8535"/>
              <a:gd name="p0y8" fmla="*/ 2630 h 2630"/>
              <a:gd name="p0x9" fmla="*/ 180 w 8535"/>
              <a:gd name="p0y9" fmla="*/ 2630 h 2630"/>
              <a:gd name="p0x10" fmla="*/ 80 w 8535"/>
              <a:gd name="p0y10" fmla="*/ 2630 h 2630"/>
              <a:gd name="p0x11" fmla="*/ 0 w 8535"/>
              <a:gd name="p0y11" fmla="*/ 2550 h 2630"/>
              <a:gd name="p0x12" fmla="*/ 0 w 8535"/>
              <a:gd name="p0y12" fmla="*/ 2450 h 2630"/>
              <a:gd name="p0x13" fmla="*/ 0 w 8535"/>
              <a:gd name="p0y13" fmla="*/ 180 h 2630"/>
              <a:gd name="p0x14" fmla="*/ 0 w 8535"/>
              <a:gd name="p0y14" fmla="*/ 80 h 2630"/>
              <a:gd name="p0x15" fmla="*/ 80 w 8535"/>
              <a:gd name="p0y15" fmla="*/ 0 h 2630"/>
              <a:gd name="p0x16" fmla="*/ 180 w 8535"/>
              <a:gd name="p0y16" fmla="*/ 0 h 2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455"/>
              <a:lumOff val="54545"/>
              <a:alpha val="34000"/>
            </a:schemeClr>
          </a:solidFill>
          <a:ln w="9525" cmpd="sng">
            <a:solidFill>
              <a:schemeClr val="bg2">
                <a:lumMod val="87705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2"/>
            </p:custDataLst>
          </p:nvPr>
        </p:nvSpPr>
        <p:spPr>
          <a:xfrm>
            <a:off x="6315075" y="4143375"/>
            <a:ext cx="685800" cy="1431925"/>
          </a:xfrm>
          <a:custGeom>
            <a:avLst/>
            <a:gdLst>
              <a:gd name="sw" fmla="*/ 1 w 1080"/>
              <a:gd name="sh" fmla="*/ 1 h 2255"/>
              <a:gd name="mins" fmla="min sw sh"/>
              <a:gd name="dsw" fmla="+- 0 sw mins"/>
              <a:gd name="dsh" fmla="+- 0 sh mins"/>
              <a:gd name="p0x0" fmla="*/ 180 w 1080"/>
              <a:gd name="p0y0" fmla="*/ 0 h 2255"/>
              <a:gd name="p0x1" fmla="*/ 900 w 1080"/>
              <a:gd name="p0y1" fmla="*/ 0 h 2255"/>
              <a:gd name="p0x2" fmla="*/ 999 w 1080"/>
              <a:gd name="p0y2" fmla="*/ 0 h 2255"/>
              <a:gd name="p0x3" fmla="*/ 1080 w 1080"/>
              <a:gd name="p0y3" fmla="*/ 80 h 2255"/>
              <a:gd name="p0x4" fmla="*/ 1080 w 1080"/>
              <a:gd name="p0y4" fmla="*/ 180 h 2255"/>
              <a:gd name="p0x5" fmla="*/ 1080 w 1080"/>
              <a:gd name="p0y5" fmla="*/ 2075 h 2255"/>
              <a:gd name="p0x6" fmla="*/ 1080 w 1080"/>
              <a:gd name="p0y6" fmla="*/ 2175 h 2255"/>
              <a:gd name="p0x7" fmla="*/ 999 w 1080"/>
              <a:gd name="p0y7" fmla="*/ 2255 h 2255"/>
              <a:gd name="p0x8" fmla="*/ 900 w 1080"/>
              <a:gd name="p0y8" fmla="*/ 2255 h 2255"/>
              <a:gd name="p0x9" fmla="*/ 180 w 1080"/>
              <a:gd name="p0y9" fmla="*/ 2255 h 2255"/>
              <a:gd name="p0x10" fmla="*/ 80 w 1080"/>
              <a:gd name="p0y10" fmla="*/ 2255 h 2255"/>
              <a:gd name="p0x11" fmla="*/ 0 w 1080"/>
              <a:gd name="p0y11" fmla="*/ 2175 h 2255"/>
              <a:gd name="p0x12" fmla="*/ 0 w 1080"/>
              <a:gd name="p0y12" fmla="*/ 2075 h 2255"/>
              <a:gd name="p0x13" fmla="*/ 0 w 1080"/>
              <a:gd name="p0y13" fmla="*/ 180 h 2255"/>
              <a:gd name="p0x14" fmla="*/ 0 w 1080"/>
              <a:gd name="p0y14" fmla="*/ 80 h 2255"/>
              <a:gd name="p0x15" fmla="*/ 80 w 1080"/>
              <a:gd name="p0y15" fmla="*/ 0 h 2255"/>
              <a:gd name="p0x16" fmla="*/ 180 w 1080"/>
              <a:gd name="p0y16" fmla="*/ 0 h 2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5"/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3"/>
            </p:custDataLst>
          </p:nvPr>
        </p:nvSpPr>
        <p:spPr>
          <a:xfrm>
            <a:off x="6562878" y="4470035"/>
            <a:ext cx="342604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FFF"/>
                </a:solidFill>
                <a:cs typeface="+mn-lt"/>
              </a:rPr>
              <a:t>05</a:t>
            </a:r>
            <a:endParaRPr sz="1200">
              <a:solidFill>
                <a:srgbClr val="FFFFFF"/>
              </a:solidFill>
              <a:cs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34"/>
            </p:custDataLst>
          </p:nvPr>
        </p:nvSpPr>
        <p:spPr>
          <a:xfrm>
            <a:off x="6358461" y="4653867"/>
            <a:ext cx="59896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108">
                <a:solidFill>
                  <a:srgbClr val="FFFFFF"/>
                </a:solidFill>
                <a:cs typeface="+mn-lt"/>
              </a:rPr>
              <a:t>最终诞生</a:t>
            </a:r>
            <a:endParaRPr b="1" spc="108">
              <a:solidFill>
                <a:srgbClr val="FFFFFF"/>
              </a:solidFill>
              <a:cs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35"/>
            </p:custDataLst>
          </p:nvPr>
        </p:nvSpPr>
        <p:spPr>
          <a:xfrm>
            <a:off x="7115175" y="4570076"/>
            <a:ext cx="43053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替换再替换、改进再改进，一种集</a:t>
            </a:r>
            <a:r>
              <a:rPr sz="1350" b="1">
                <a:solidFill>
                  <a:schemeClr val="tx2"/>
                </a:solidFill>
                <a:cs typeface="+mn-lt"/>
              </a:rPr>
              <a:t>超轻、高强韧、高电磁屏蔽性</a:t>
            </a:r>
            <a:r>
              <a:rPr sz="1350">
                <a:solidFill>
                  <a:schemeClr val="tx2"/>
                </a:solidFill>
                <a:cs typeface="+mn-lt"/>
              </a:rPr>
              <a:t>于一体的多功能镁锂基复合材料在实验室诞生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</p:spTree>
    <p:custDataLst>
      <p:tags r:id="rId36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chemeClr val="tx2"/>
                </a:solidFill>
                <a:latin typeface="+mj-lt"/>
                <a:ea typeface="+mj-ea"/>
                <a:cs typeface="+mj-lt"/>
              </a:rPr>
              <a:t>并肩同行，共赢的力量</a:t>
            </a:r>
            <a:endParaRPr sz="3000" b="1">
              <a:solidFill>
                <a:schemeClr val="tx2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178"/>
                </a:solidFill>
                <a:cs typeface="+mn-lt"/>
              </a:rPr>
              <a:t>学习与科创，是相辅相成的两翼</a:t>
            </a:r>
            <a:endParaRPr sz="1500">
              <a:solidFill>
                <a:srgbClr val="4A6178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571500" y="1447800"/>
            <a:ext cx="11049000" cy="863600"/>
          </a:xfrm>
          <a:custGeom>
            <a:avLst/>
            <a:gdLst>
              <a:gd name="sw" fmla="*/ 1 w 17400"/>
              <a:gd name="sh" fmla="*/ 1 h 1360"/>
              <a:gd name="mins" fmla="min sw sh"/>
              <a:gd name="dsw" fmla="+- 0 sw mins"/>
              <a:gd name="dsh" fmla="+- 0 sh mins"/>
              <a:gd name="p0x0" fmla="*/ 180 w 17400"/>
              <a:gd name="p0y0" fmla="*/ 0 h 1360"/>
              <a:gd name="p0x1" fmla="*/ 17220 w 17400"/>
              <a:gd name="p0y1" fmla="*/ 0 h 1360"/>
              <a:gd name="p0x2" fmla="*/ 17319 w 17400"/>
              <a:gd name="p0y2" fmla="*/ 0 h 1360"/>
              <a:gd name="p0x3" fmla="*/ 17400 w 17400"/>
              <a:gd name="p0y3" fmla="*/ 80 h 1360"/>
              <a:gd name="p0x4" fmla="*/ 17400 w 17400"/>
              <a:gd name="p0y4" fmla="*/ 180 h 1360"/>
              <a:gd name="p0x5" fmla="*/ 17400 w 17400"/>
              <a:gd name="p0y5" fmla="*/ 1180 h 1360"/>
              <a:gd name="p0x6" fmla="*/ 17400 w 17400"/>
              <a:gd name="p0y6" fmla="*/ 1280 h 1360"/>
              <a:gd name="p0x7" fmla="*/ 17319 w 17400"/>
              <a:gd name="p0y7" fmla="*/ 1360 h 1360"/>
              <a:gd name="p0x8" fmla="*/ 17220 w 17400"/>
              <a:gd name="p0y8" fmla="*/ 1360 h 1360"/>
              <a:gd name="p0x9" fmla="*/ 180 w 17400"/>
              <a:gd name="p0y9" fmla="*/ 1360 h 1360"/>
              <a:gd name="p0x10" fmla="*/ 80 w 17400"/>
              <a:gd name="p0y10" fmla="*/ 1360 h 1360"/>
              <a:gd name="p0x11" fmla="*/ 0 w 17400"/>
              <a:gd name="p0y11" fmla="*/ 1280 h 1360"/>
              <a:gd name="p0x12" fmla="*/ 0 w 17400"/>
              <a:gd name="p0y12" fmla="*/ 1180 h 1360"/>
              <a:gd name="p0x13" fmla="*/ 0 w 17400"/>
              <a:gd name="p0y13" fmla="*/ 180 h 1360"/>
              <a:gd name="p0x14" fmla="*/ 0 w 17400"/>
              <a:gd name="p0y14" fmla="*/ 80 h 1360"/>
              <a:gd name="p0x15" fmla="*/ 80 w 17400"/>
              <a:gd name="p0y15" fmla="*/ 0 h 1360"/>
              <a:gd name="p0x16" fmla="*/ 180 w 17400"/>
              <a:gd name="p0y16" fmla="*/ 0 h 1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tx1">
              <a:lumMod val="85000"/>
              <a:alpha val="23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62000" y="1432560"/>
            <a:ext cx="54865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chemeClr val="tx2"/>
                </a:solidFill>
                <a:cs typeface="+mn-lt"/>
              </a:rPr>
              <a:t>团队一直坚信：好的学习成绩是</a:t>
            </a:r>
            <a:r>
              <a:rPr b="1">
                <a:solidFill>
                  <a:srgbClr val="F3861A"/>
                </a:solidFill>
                <a:cs typeface="+mn-lt"/>
              </a:rPr>
              <a:t>科创道路上的基石</a:t>
            </a:r>
            <a:endParaRPr b="1">
              <a:solidFill>
                <a:srgbClr val="F3861A"/>
              </a:solidFill>
              <a:cs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575945" y="2545080"/>
            <a:ext cx="11039475" cy="3926840"/>
          </a:xfrm>
          <a:custGeom>
            <a:avLst/>
            <a:gdLst>
              <a:gd name="sw" fmla="*/ 1 w 17385"/>
              <a:gd name="sh" fmla="*/ 1 h 6184"/>
              <a:gd name="mins" fmla="min sw sh"/>
              <a:gd name="dsw" fmla="+- 0 sw mins"/>
              <a:gd name="dsh" fmla="+- 0 sh mins"/>
              <a:gd name="p0x0" fmla="*/ 180 w 17385"/>
              <a:gd name="p0y0" fmla="*/ 0 h 6184"/>
              <a:gd name="p0x1" fmla="*/ 17205 w 17385"/>
              <a:gd name="p0y1" fmla="*/ 0 h 6184"/>
              <a:gd name="p0x2" fmla="*/ 17304 w 17385"/>
              <a:gd name="p0y2" fmla="*/ 0 h 6184"/>
              <a:gd name="p0x3" fmla="*/ 17385 w 17385"/>
              <a:gd name="p0y3" fmla="*/ 80 h 6184"/>
              <a:gd name="p0x4" fmla="*/ 17385 w 17385"/>
              <a:gd name="p0y4" fmla="*/ 180 h 6184"/>
              <a:gd name="p0x5" fmla="*/ 17385 w 17385"/>
              <a:gd name="p0y5" fmla="*/ 6004 h 6184"/>
              <a:gd name="p0x6" fmla="*/ 17385 w 17385"/>
              <a:gd name="p0y6" fmla="*/ 6103 h 6184"/>
              <a:gd name="p0x7" fmla="*/ 17304 w 17385"/>
              <a:gd name="p0y7" fmla="*/ 6184 h 6184"/>
              <a:gd name="p0x8" fmla="*/ 17205 w 17385"/>
              <a:gd name="p0y8" fmla="*/ 6184 h 6184"/>
              <a:gd name="p0x9" fmla="*/ 180 w 17385"/>
              <a:gd name="p0y9" fmla="*/ 6184 h 6184"/>
              <a:gd name="p0x10" fmla="*/ 80 w 17385"/>
              <a:gd name="p0y10" fmla="*/ 6184 h 6184"/>
              <a:gd name="p0x11" fmla="*/ 0 w 17385"/>
              <a:gd name="p0y11" fmla="*/ 6103 h 6184"/>
              <a:gd name="p0x12" fmla="*/ 0 w 17385"/>
              <a:gd name="p0y12" fmla="*/ 6004 h 6184"/>
              <a:gd name="p0x13" fmla="*/ 0 w 17385"/>
              <a:gd name="p0y13" fmla="*/ 180 h 6184"/>
              <a:gd name="p0x14" fmla="*/ 0 w 17385"/>
              <a:gd name="p0y14" fmla="*/ 80 h 6184"/>
              <a:gd name="p0x15" fmla="*/ 80 w 17385"/>
              <a:gd name="p0y15" fmla="*/ 0 h 6184"/>
              <a:gd name="p0x16" fmla="*/ 180 w 1738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775970" y="2745105"/>
            <a:ext cx="5219700" cy="1663065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0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781050" y="2749550"/>
            <a:ext cx="5209540" cy="571500"/>
            <a:chOff x="1230" y="4330"/>
            <a:chExt cx="8204" cy="900"/>
          </a:xfrm>
        </p:grpSpPr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1230" y="4330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8"/>
              </p:custDataLst>
            </p:nvPr>
          </p:nvSpPr>
          <p:spPr>
            <a:xfrm>
              <a:off x="1230" y="5215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933450" y="2897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1000125" y="2959100"/>
            <a:ext cx="133350" cy="1384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1314450" y="284815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cs typeface="+mn-lt"/>
              </a:rPr>
              <a:t>协作共赢</a:t>
            </a:r>
            <a:endParaRPr sz="2100" b="1" spc="42">
              <a:solidFill>
                <a:srgbClr val="1E3A5C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933450" y="3459661"/>
            <a:ext cx="49053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178"/>
                </a:solidFill>
                <a:cs typeface="+mn-lt"/>
              </a:rPr>
              <a:t>团队成员各展所长，从</a:t>
            </a:r>
            <a:r>
              <a:rPr sz="1500" b="1">
                <a:solidFill>
                  <a:schemeClr val="accent1"/>
                </a:solidFill>
                <a:cs typeface="+mn-lt"/>
              </a:rPr>
              <a:t>材料选择、复合制备到性能检验</a:t>
            </a:r>
            <a:r>
              <a:rPr sz="1500">
                <a:solidFill>
                  <a:srgbClr val="4A6178"/>
                </a:solidFill>
                <a:cs typeface="+mn-lt"/>
              </a:rPr>
              <a:t>环环推进。</a:t>
            </a:r>
            <a:endParaRPr sz="1500">
              <a:solidFill>
                <a:srgbClr val="4A6178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15"/>
            </p:custDataLst>
          </p:nvPr>
        </p:nvSpPr>
        <p:spPr>
          <a:xfrm>
            <a:off x="6195695" y="2745105"/>
            <a:ext cx="5219700" cy="1663065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0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6200775" y="2749550"/>
            <a:ext cx="5209540" cy="571500"/>
            <a:chOff x="9765" y="4330"/>
            <a:chExt cx="8204" cy="900"/>
          </a:xfrm>
        </p:grpSpPr>
        <p:sp>
          <p:nvSpPr>
            <p:cNvPr id="20" name="任意多边形 19"/>
            <p:cNvSpPr/>
            <p:nvPr>
              <p:custDataLst>
                <p:tags r:id="rId16"/>
              </p:custDataLst>
            </p:nvPr>
          </p:nvSpPr>
          <p:spPr>
            <a:xfrm>
              <a:off x="9765" y="4330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7"/>
              </p:custDataLst>
            </p:nvPr>
          </p:nvSpPr>
          <p:spPr>
            <a:xfrm>
              <a:off x="9765" y="5215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3" name="任意多边形 22"/>
          <p:cNvSpPr/>
          <p:nvPr>
            <p:custDataLst>
              <p:tags r:id="rId18"/>
            </p:custDataLst>
          </p:nvPr>
        </p:nvSpPr>
        <p:spPr>
          <a:xfrm>
            <a:off x="6353175" y="2897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3333" t="-10556" r="-3333" b="-10556"/>
          <a:stretch>
            <a:fillRect/>
          </a:stretch>
        </p:blipFill>
        <p:spPr>
          <a:xfrm>
            <a:off x="6410325" y="2959100"/>
            <a:ext cx="152400" cy="1384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6734175" y="284815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cs typeface="+mn-lt"/>
              </a:rPr>
              <a:t>传帮带</a:t>
            </a:r>
            <a:endParaRPr sz="2100" b="1" spc="42">
              <a:solidFill>
                <a:srgbClr val="1E3A5C"/>
              </a:solidFill>
              <a:cs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6353175" y="3459661"/>
            <a:ext cx="49053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178"/>
                </a:solidFill>
                <a:cs typeface="+mn-lt"/>
              </a:rPr>
              <a:t>师兄师姐传帮带，师生接力把课题一步步</a:t>
            </a:r>
            <a:r>
              <a:rPr sz="1500" b="1">
                <a:solidFill>
                  <a:schemeClr val="accent1"/>
                </a:solidFill>
                <a:cs typeface="+mn-lt"/>
              </a:rPr>
              <a:t>做深做实</a:t>
            </a:r>
            <a:r>
              <a:rPr sz="1500">
                <a:solidFill>
                  <a:srgbClr val="4A6178"/>
                </a:solidFill>
                <a:cs typeface="+mn-lt"/>
              </a:rPr>
              <a:t>。</a:t>
            </a:r>
            <a:endParaRPr sz="1500">
              <a:solidFill>
                <a:srgbClr val="4A6178"/>
              </a:solidFill>
              <a:cs typeface="+mn-lt"/>
            </a:endParaRPr>
          </a:p>
        </p:txBody>
      </p:sp>
      <p:sp>
        <p:nvSpPr>
          <p:cNvPr id="29" name="任意多边形 28"/>
          <p:cNvSpPr/>
          <p:nvPr>
            <p:custDataLst>
              <p:tags r:id="rId24"/>
            </p:custDataLst>
          </p:nvPr>
        </p:nvSpPr>
        <p:spPr>
          <a:xfrm>
            <a:off x="775970" y="4608195"/>
            <a:ext cx="5219700" cy="1663700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28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781050" y="4613275"/>
            <a:ext cx="5209540" cy="571500"/>
            <a:chOff x="1230" y="7265"/>
            <a:chExt cx="8204" cy="900"/>
          </a:xfrm>
        </p:grpSpPr>
        <p:sp>
          <p:nvSpPr>
            <p:cNvPr id="30" name="任意多边形 29"/>
            <p:cNvSpPr/>
            <p:nvPr>
              <p:custDataLst>
                <p:tags r:id="rId25"/>
              </p:custDataLst>
            </p:nvPr>
          </p:nvSpPr>
          <p:spPr>
            <a:xfrm>
              <a:off x="1230" y="7265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6"/>
              </p:custDataLst>
            </p:nvPr>
          </p:nvSpPr>
          <p:spPr>
            <a:xfrm>
              <a:off x="1230" y="8150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33" name="任意多边形 32"/>
          <p:cNvSpPr/>
          <p:nvPr>
            <p:custDataLst>
              <p:tags r:id="rId27"/>
            </p:custDataLst>
          </p:nvPr>
        </p:nvSpPr>
        <p:spPr>
          <a:xfrm>
            <a:off x="933450" y="4760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3333" t="-15758" r="-3333" b="-15758"/>
          <a:stretch>
            <a:fillRect/>
          </a:stretch>
        </p:blipFill>
        <p:spPr>
          <a:xfrm>
            <a:off x="990600" y="4822825"/>
            <a:ext cx="152400" cy="13779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31"/>
            </p:custDataLst>
          </p:nvPr>
        </p:nvSpPr>
        <p:spPr>
          <a:xfrm>
            <a:off x="1314450" y="471163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cs typeface="+mn-lt"/>
              </a:rPr>
              <a:t>代工合作</a:t>
            </a:r>
            <a:endParaRPr sz="2100" b="1" spc="42">
              <a:solidFill>
                <a:srgbClr val="1E3A5C"/>
              </a:solidFill>
              <a:cs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32"/>
            </p:custDataLst>
          </p:nvPr>
        </p:nvSpPr>
        <p:spPr>
          <a:xfrm>
            <a:off x="933450" y="5323141"/>
            <a:ext cx="49053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178"/>
                </a:solidFill>
                <a:cs typeface="+mn-lt"/>
              </a:rPr>
              <a:t>郭政佑牵头达成</a:t>
            </a:r>
            <a:r>
              <a:rPr sz="1500" b="1">
                <a:solidFill>
                  <a:schemeClr val="accent1"/>
                </a:solidFill>
                <a:cs typeface="+mn-lt"/>
              </a:rPr>
              <a:t>代工合作协议</a:t>
            </a:r>
            <a:r>
              <a:rPr sz="1500">
                <a:solidFill>
                  <a:srgbClr val="4A6178"/>
                </a:solidFill>
                <a:cs typeface="+mn-lt"/>
              </a:rPr>
              <a:t>，实现</a:t>
            </a:r>
            <a:r>
              <a:rPr sz="1500" b="1">
                <a:solidFill>
                  <a:schemeClr val="accent1"/>
                </a:solidFill>
                <a:cs typeface="+mn-lt"/>
              </a:rPr>
              <a:t>超薄箔材的产业化成形验证</a:t>
            </a:r>
            <a:r>
              <a:rPr sz="1500">
                <a:solidFill>
                  <a:srgbClr val="4A6178"/>
                </a:solidFill>
                <a:cs typeface="+mn-lt"/>
              </a:rPr>
              <a:t>，同多家企业密切合作。</a:t>
            </a:r>
            <a:endParaRPr sz="1500">
              <a:solidFill>
                <a:srgbClr val="4A6178"/>
              </a:solidFill>
              <a:cs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33"/>
            </p:custDataLst>
          </p:nvPr>
        </p:nvSpPr>
        <p:spPr>
          <a:xfrm>
            <a:off x="6195695" y="4608195"/>
            <a:ext cx="5219700" cy="1663700"/>
          </a:xfrm>
          <a:custGeom>
            <a:avLst/>
            <a:gdLst>
              <a:gd name="sw" fmla="*/ 1 w 8220"/>
              <a:gd name="sh" fmla="*/ 1 h 2619"/>
              <a:gd name="mins" fmla="min sw sh"/>
              <a:gd name="dsw" fmla="+- 0 sw mins"/>
              <a:gd name="dsh" fmla="+- 0 sh mins"/>
              <a:gd name="p0x0" fmla="*/ 180 w 8220"/>
              <a:gd name="p0y0" fmla="*/ 0 h 2619"/>
              <a:gd name="p0x1" fmla="*/ 8040 w 8220"/>
              <a:gd name="p0y1" fmla="*/ 0 h 2619"/>
              <a:gd name="p0x2" fmla="*/ 8139 w 8220"/>
              <a:gd name="p0y2" fmla="*/ 0 h 2619"/>
              <a:gd name="p0x3" fmla="*/ 8220 w 8220"/>
              <a:gd name="p0y3" fmla="*/ 80 h 2619"/>
              <a:gd name="p0x4" fmla="*/ 8220 w 8220"/>
              <a:gd name="p0y4" fmla="*/ 180 h 2619"/>
              <a:gd name="p0x5" fmla="*/ 8220 w 8220"/>
              <a:gd name="p0y5" fmla="*/ 2439 h 2619"/>
              <a:gd name="p0x6" fmla="*/ 8220 w 8220"/>
              <a:gd name="p0y6" fmla="*/ 2539 h 2619"/>
              <a:gd name="p0x7" fmla="*/ 8139 w 8220"/>
              <a:gd name="p0y7" fmla="*/ 2619 h 2619"/>
              <a:gd name="p0x8" fmla="*/ 8040 w 8220"/>
              <a:gd name="p0y8" fmla="*/ 2619 h 2619"/>
              <a:gd name="p0x9" fmla="*/ 180 w 8220"/>
              <a:gd name="p0y9" fmla="*/ 2619 h 2619"/>
              <a:gd name="p0x10" fmla="*/ 80 w 8220"/>
              <a:gd name="p0y10" fmla="*/ 2619 h 2619"/>
              <a:gd name="p0x11" fmla="*/ 0 w 8220"/>
              <a:gd name="p0y11" fmla="*/ 2539 h 2619"/>
              <a:gd name="p0x12" fmla="*/ 0 w 8220"/>
              <a:gd name="p0y12" fmla="*/ 2439 h 2619"/>
              <a:gd name="p0x13" fmla="*/ 0 w 8220"/>
              <a:gd name="p0y13" fmla="*/ 180 h 2619"/>
              <a:gd name="p0x14" fmla="*/ 0 w 8220"/>
              <a:gd name="p0y14" fmla="*/ 80 h 2619"/>
              <a:gd name="p0x15" fmla="*/ 80 w 8220"/>
              <a:gd name="p0y15" fmla="*/ 0 h 2619"/>
              <a:gd name="p0x16" fmla="*/ 180 w 8220"/>
              <a:gd name="p0y16" fmla="*/ 0 h 261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333"/>
              <a:lumOff val="66667"/>
              <a:alpha val="31000"/>
            </a:schemeClr>
          </a:solidFill>
          <a:ln w="9525" cmpd="sng">
            <a:solidFill>
              <a:schemeClr val="accent1">
                <a:lumMod val="35417"/>
                <a:lumOff val="64583"/>
              </a:schemeClr>
            </a:solidFill>
            <a:prstDash val="solid"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6200775" y="4613275"/>
            <a:ext cx="5209540" cy="571500"/>
            <a:chOff x="9765" y="7265"/>
            <a:chExt cx="8204" cy="900"/>
          </a:xfrm>
        </p:grpSpPr>
        <p:sp>
          <p:nvSpPr>
            <p:cNvPr id="40" name="任意多边形 39"/>
            <p:cNvSpPr/>
            <p:nvPr>
              <p:custDataLst>
                <p:tags r:id="rId34"/>
              </p:custDataLst>
            </p:nvPr>
          </p:nvSpPr>
          <p:spPr>
            <a:xfrm>
              <a:off x="9765" y="7265"/>
              <a:ext cx="8205" cy="900"/>
            </a:xfrm>
            <a:custGeom>
              <a:avLst/>
              <a:gdLst>
                <a:gd name="sw" fmla="*/ 1 w 8205"/>
                <a:gd name="sh" fmla="*/ 1 h 900"/>
                <a:gd name="mins" fmla="min sw sh"/>
                <a:gd name="dsw" fmla="+- 0 sw mins"/>
                <a:gd name="dsh" fmla="+- 0 sh mins"/>
                <a:gd name="p0x0" fmla="*/ 0 w 8205"/>
                <a:gd name="p0y0" fmla="*/ 0 h 900"/>
                <a:gd name="p0x1" fmla="*/ 8205 w 8205"/>
                <a:gd name="p0y1" fmla="*/ 0 h 900"/>
                <a:gd name="p0x2" fmla="*/ 8205 w 8205"/>
                <a:gd name="p0y2" fmla="*/ 900 h 900"/>
                <a:gd name="p0x3" fmla="*/ 0 w 8205"/>
                <a:gd name="p0y3" fmla="*/ 900 h 900"/>
                <a:gd name="p0x4" fmla="*/ 0 w 8205"/>
                <a:gd name="p0y4" fmla="*/ 0 h 900"/>
              </a:gdLst>
              <a:ahLst/>
              <a:cxnLst/>
              <a:pathLst>
                <a:path w="8205" h="900">
                  <a:moveTo>
                    <a:pt x="180" y="0"/>
                  </a:moveTo>
                  <a:lnTo>
                    <a:pt x="8025" y="0"/>
                  </a:lnTo>
                  <a:cubicBezTo>
                    <a:pt x="8124" y="0"/>
                    <a:pt x="8205" y="81"/>
                    <a:pt x="8205" y="180"/>
                  </a:cubicBezTo>
                  <a:lnTo>
                    <a:pt x="8205" y="900"/>
                  </a:lnTo>
                  <a:lnTo>
                    <a:pt x="0" y="900"/>
                  </a:lnTo>
                  <a:lnTo>
                    <a:pt x="0" y="180"/>
                  </a:lnTo>
                  <a:cubicBezTo>
                    <a:pt x="0" y="81"/>
                    <a:pt x="81" y="0"/>
                    <a:pt x="180" y="0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>
              <p:custDataLst>
                <p:tags r:id="rId35"/>
              </p:custDataLst>
            </p:nvPr>
          </p:nvSpPr>
          <p:spPr>
            <a:xfrm>
              <a:off x="9765" y="8150"/>
              <a:ext cx="8205" cy="15"/>
            </a:xfrm>
            <a:custGeom>
              <a:avLst/>
              <a:gdLst>
                <a:gd name="sw" fmla="*/ 1 w 8205"/>
                <a:gd name="sh" fmla="*/ 1 h 15"/>
                <a:gd name="mins" fmla="min sw sh"/>
                <a:gd name="dsw" fmla="+- 0 sw mins"/>
                <a:gd name="dsh" fmla="+- 0 sh mins"/>
                <a:gd name="p0x0" fmla="*/ 8205 w 8205"/>
                <a:gd name="p0y0" fmla="*/ 15 h 15"/>
                <a:gd name="p0x1" fmla="*/ 0 w 8205"/>
                <a:gd name="p0y1" fmla="*/ 15 h 15"/>
                <a:gd name="p0x2" fmla="*/ 0 w 8205"/>
                <a:gd name="p0y2" fmla="*/ 0 h 15"/>
                <a:gd name="p0x3" fmla="*/ 8205 w 8205"/>
                <a:gd name="p0y3" fmla="*/ 0 h 15"/>
                <a:gd name="p0x4" fmla="*/ 8205 w 8205"/>
                <a:gd name="p0y4" fmla="*/ 15 h 15"/>
              </a:gdLst>
              <a:ahLst/>
              <a:cxnLst/>
              <a:pathLst>
                <a:path w="8205" h="15">
                  <a:moveTo>
                    <a:pt x="8205" y="0"/>
                  </a:moveTo>
                  <a:lnTo>
                    <a:pt x="820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205" y="0"/>
                  </a:lnTo>
                  <a:close/>
                </a:path>
              </a:pathLst>
            </a:custGeom>
            <a:solidFill>
              <a:schemeClr val="accent4">
                <a:lumMod val="29679"/>
                <a:lumOff val="70321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3" name="任意多边形 42"/>
          <p:cNvSpPr/>
          <p:nvPr>
            <p:custDataLst>
              <p:tags r:id="rId36"/>
            </p:custDataLst>
          </p:nvPr>
        </p:nvSpPr>
        <p:spPr>
          <a:xfrm>
            <a:off x="6353175" y="4760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4929"/>
              <a:lumOff val="85071"/>
            </a:schemeClr>
          </a:solidFill>
          <a:ln>
            <a:noFill/>
          </a:ln>
          <a:effectLst>
            <a:outerShdw blurRad="85725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3333" t="-15758" r="-3333" b="-15758"/>
          <a:stretch>
            <a:fillRect/>
          </a:stretch>
        </p:blipFill>
        <p:spPr>
          <a:xfrm>
            <a:off x="6410325" y="4822825"/>
            <a:ext cx="152400" cy="13779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40"/>
            </p:custDataLst>
          </p:nvPr>
        </p:nvSpPr>
        <p:spPr>
          <a:xfrm>
            <a:off x="6734175" y="4711636"/>
            <a:ext cx="45243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3A5C"/>
                </a:solidFill>
                <a:cs typeface="+mn-lt"/>
              </a:rPr>
              <a:t>学业基石</a:t>
            </a:r>
            <a:endParaRPr sz="2100" b="1" spc="42">
              <a:solidFill>
                <a:srgbClr val="1E3A5C"/>
              </a:solidFill>
              <a:cs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41"/>
            </p:custDataLst>
          </p:nvPr>
        </p:nvSpPr>
        <p:spPr>
          <a:xfrm>
            <a:off x="6353175" y="5323141"/>
            <a:ext cx="49053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178"/>
                </a:solidFill>
                <a:cs typeface="+mn-lt"/>
              </a:rPr>
              <a:t>团队一直坚信：好的学习成绩是</a:t>
            </a:r>
            <a:r>
              <a:rPr sz="1500" b="1">
                <a:solidFill>
                  <a:schemeClr val="accent1"/>
                </a:solidFill>
                <a:cs typeface="+mn-lt"/>
              </a:rPr>
              <a:t>科创道路上的基石</a:t>
            </a:r>
            <a:r>
              <a:rPr sz="1500">
                <a:solidFill>
                  <a:srgbClr val="4A6178"/>
                </a:solidFill>
                <a:cs typeface="+mn-lt"/>
              </a:rPr>
              <a:t>。</a:t>
            </a:r>
            <a:endParaRPr sz="1500">
              <a:solidFill>
                <a:srgbClr val="4A6178"/>
              </a:solidFill>
              <a:cs typeface="+mn-lt"/>
            </a:endParaRPr>
          </a:p>
        </p:txBody>
      </p:sp>
    </p:spTree>
    <p:custDataLst>
      <p:tags r:id="rId4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4300"/>
              <a:t>致敬每一位追光的科创人</a:t>
            </a:r>
            <a:endParaRPr lang="zh-CN" altLang="en-US" sz="43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2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2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9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24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25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26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4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9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9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</p:tagLst>
</file>

<file path=ppt/tags/tag5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3d96f26a2dd67349cf464a4e8717d7670d40a103"/>
  <p:tag name="KSO_WM_NEWLAYOUT_ID" val="1103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a*1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f*2"/>
  <p:tag name="KSO_WM_UNIT_LAYERLEVEL" val="1"/>
  <p:tag name="KSO_WM_TAG_VERSION" val="3.0"/>
</p:tagLst>
</file>

<file path=ppt/tags/tag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965e8fac015e89f1e2e2e9be52f80e1b27ce36d"/>
  <p:tag name="KSO_WM_NEWLAYOUT_ID" val="1108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</p:tagLst>
</file>

<file path=ppt/tags/tag6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10*e*1"/>
  <p:tag name="KSO_WM_UNIT_LAYERLEVEL" val="1"/>
  <p:tag name="KSO_WM_TAG_VERSION" val="3.0"/>
</p:tagLst>
</file>

<file path=ppt/tags/tag7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b46e6616bcf581a51174274a6c835f9144442830"/>
  <p:tag name="KSO_WM_NEWLAYOUT_ID" val="1114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81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8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a13cdd8d96b2390e83d8568ef650483a783d7b5f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86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1_1"/>
  <p:tag name="KSO_WM_UNIT_LAYERLEVEL" val="1_1_1"/>
  <p:tag name="KSO_WM_TAG_VERSION" val="3.0"/>
</p:tagLst>
</file>

<file path=ppt/tags/tag8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1_2"/>
  <p:tag name="KSO_WM_UNIT_LAYERLEVEL" val="1_1_1"/>
  <p:tag name="KSO_WM_TAG_VERSION" val="3.0"/>
</p:tagLst>
</file>

<file path=ppt/tags/tag88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1_1"/>
  <p:tag name="KSO_WM_UNIT_LAYERLEVEL" val="1_1_1"/>
  <p:tag name="KSO_WM_TAG_VERSION" val="3.0"/>
</p:tagLst>
</file>

<file path=ppt/tags/tag89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2_1"/>
  <p:tag name="KSO_WM_UNIT_LAYERLEVEL" val="1_1_1"/>
  <p:tag name="KSO_WM_TAG_VERSION" val="3.0"/>
</p:tagLst>
</file>

<file path=ppt/tags/tag9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2_2"/>
  <p:tag name="KSO_WM_UNIT_LAYERLEVEL" val="1_1_1"/>
  <p:tag name="KSO_WM_TAG_VERSION" val="3.0"/>
</p:tagLst>
</file>

<file path=ppt/tags/tag91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2_1"/>
  <p:tag name="KSO_WM_UNIT_LAYERLEVEL" val="1_1_1"/>
  <p:tag name="KSO_WM_TAG_VERSION" val="3.0"/>
</p:tagLst>
</file>

<file path=ppt/tags/tag92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3_1"/>
  <p:tag name="KSO_WM_UNIT_LAYERLEVEL" val="1_1_1"/>
  <p:tag name="KSO_WM_TAG_VERSION" val="3.0"/>
</p:tagLst>
</file>

<file path=ppt/tags/tag9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3_2"/>
  <p:tag name="KSO_WM_UNIT_LAYERLEVEL" val="1_1_1"/>
  <p:tag name="KSO_WM_TAG_VERSION" val="3.0"/>
</p:tagLst>
</file>

<file path=ppt/tags/tag94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3_1"/>
  <p:tag name="KSO_WM_UNIT_LAYERLEVEL" val="1_1_1"/>
  <p:tag name="KSO_WM_TAG_VERSION" val="3.0"/>
</p:tagLst>
</file>

<file path=ppt/tags/tag95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4_1"/>
  <p:tag name="KSO_WM_UNIT_LAYERLEVEL" val="1_1_1"/>
  <p:tag name="KSO_WM_TAG_VERSION" val="3.0"/>
</p:tagLst>
</file>

<file path=ppt/tags/tag9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4_2"/>
  <p:tag name="KSO_WM_UNIT_LAYERLEVEL" val="1_1_1"/>
  <p:tag name="KSO_WM_TAG_VERSION" val="3.0"/>
</p:tagLst>
</file>

<file path=ppt/tags/tag97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4_1"/>
  <p:tag name="KSO_WM_UNIT_LAYERLEVEL" val="1_1_1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8730"/>
</p:tagLst>
</file>

<file path=ppt/tags/tag10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8730"/>
</p:tagLst>
</file>

<file path=ppt/tags/tag10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AG_VERSION" val="3.0"/>
  <p:tag name="KSO_WM_TEMPLATE_MASTER_TYPE" val="0"/>
  <p:tag name="KSO_WM_TEMPLATE_COLOR_TYPE" val="0"/>
  <p:tag name="KSO_WM_TEMPLATE_CATEGORY" val="custom"/>
  <p:tag name="KSO_WM_TEMPLATE_INDEX" val="40498730"/>
</p:tagLst>
</file>

<file path=ppt/tags/tag110.xml><?xml version="1.0" encoding="utf-8"?>
<p:tagLst xmlns:p="http://schemas.openxmlformats.org/presentationml/2006/main">
  <p:tag name="KSO_WM_AITEMPLATE_STYLE_ID" val="69796649213"/>
</p:tagLst>
</file>

<file path=ppt/tags/tag11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1*f*1"/>
  <p:tag name="KSO_WM_TEMPLATE_CATEGORY" val="custom"/>
  <p:tag name="KSO_WM_TEMPLATE_INDEX" val="40498730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3d96f26a2dd67349cf464a4e8717d7670d40a103"/>
  <p:tag name="KSO_WM_NEWLAYOUT_ID" val="1103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1*a*1"/>
  <p:tag name="KSO_WM_TEMPLATE_CATEGORY" val="custom"/>
  <p:tag name="KSO_WM_TEMPLATE_INDEX" val="40498730"/>
  <p:tag name="KSO_WM_UNIT_LAYERLEVEL" val="1"/>
  <p:tag name="KSO_WM_TAG_VERSION" val="3.0"/>
</p:tagLst>
</file>

<file path=ppt/tags/tag113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1*f*2"/>
  <p:tag name="KSO_WM_TEMPLATE_CATEGORY" val="custom"/>
  <p:tag name="KSO_WM_TEMPLATE_INDEX" val="40498730"/>
  <p:tag name="KSO_WM_UNIT_LAYERLEVEL" val="1"/>
  <p:tag name="KSO_WM_TAG_VERSION" val="3.0"/>
</p:tagLst>
</file>

<file path=ppt/tags/tag11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AG_VERSION" val="3.0"/>
  <p:tag name="KSO_WM_SLIDE_ID" val="custom40498730_1"/>
  <p:tag name="KSO_WM_TEMPLATE_MASTER_TYPE" val="0"/>
  <p:tag name="KSO_WM_TEMPLATE_COLOR_TYPE" val="0"/>
  <p:tag name="KSO_WM_SLIDE_INDEX" val="1"/>
  <p:tag name="KSO_WM_TEMPLATE_CATEGORY" val="custom"/>
  <p:tag name="KSO_WM_TEMPLATE_INDEX" val="40498730"/>
  <p:tag name="KSO_WM_SLIDE_LAYOUT" val="a_f"/>
  <p:tag name="KSO_WM_SLIDE_LAYOUT_CNT" val="1_2"/>
</p:tagLst>
</file>

<file path=ppt/tags/tag11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965e8fac015e89f1e2e2e9be52f80e1b27ce36d"/>
  <p:tag name="KSO_WM_NEWLAYOUT_ID" val="1108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3*a*1"/>
  <p:tag name="KSO_WM_TEMPLATE_CATEGORY" val="custom"/>
  <p:tag name="KSO_WM_TEMPLATE_INDEX" val="40498730"/>
  <p:tag name="KSO_WM_UNIT_LAYERLEVEL" val="1"/>
  <p:tag name="KSO_WM_TAG_VERSION" val="3.0"/>
</p:tagLst>
</file>

<file path=ppt/tags/tag148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730_3*e*1"/>
  <p:tag name="KSO_WM_TEMPLATE_CATEGORY" val="custom"/>
  <p:tag name="KSO_WM_TEMPLATE_INDEX" val="40498730"/>
  <p:tag name="KSO_WM_UNIT_LAYERLEVEL" val="1"/>
  <p:tag name="KSO_WM_TAG_VERSION" val="3.0"/>
</p:tagLst>
</file>

<file path=ppt/tags/tag14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730_3"/>
  <p:tag name="KSO_WM_TEMPLATE_MASTER_TYPE" val="0"/>
  <p:tag name="KSO_WM_TEMPLATE_COLOR_TYPE" val="0"/>
  <p:tag name="KSO_WM_SLIDE_INDEX" val="3"/>
  <p:tag name="KSO_WM_TEMPLATE_CATEGORY" val="custom"/>
  <p:tag name="KSO_WM_TEMPLATE_INDEX" val="40498730"/>
  <p:tag name="KSO_WM_SLIDE_LAYOUT" val="a_e"/>
  <p:tag name="KSO_WM_SLIDE_LAYOUT_CNT" val="1_1"/>
</p:tagLst>
</file>

<file path=ppt/tags/tag15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965e8fac015e89f1e2e2e9be52f80e1b27ce36d"/>
  <p:tag name="KSO_WM_NEWLAYOUT_ID" val="1108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3*a*1"/>
  <p:tag name="KSO_WM_TEMPLATE_CATEGORY" val="custom"/>
  <p:tag name="KSO_WM_TEMPLATE_INDEX" val="40498730"/>
  <p:tag name="KSO_WM_UNIT_LAYERLEVEL" val="1"/>
  <p:tag name="KSO_WM_TAG_VERSION" val="3.0"/>
</p:tagLst>
</file>

<file path=ppt/tags/tag18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730_3*e*1"/>
  <p:tag name="KSO_WM_TEMPLATE_CATEGORY" val="custom"/>
  <p:tag name="KSO_WM_TEMPLATE_INDEX" val="40498730"/>
  <p:tag name="KSO_WM_UNIT_LAYERLEVEL" val="1"/>
  <p:tag name="KSO_WM_TAG_VERSION" val="3.0"/>
</p:tagLst>
</file>

<file path=ppt/tags/tag19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730_3"/>
  <p:tag name="KSO_WM_TEMPLATE_MASTER_TYPE" val="0"/>
  <p:tag name="KSO_WM_TEMPLATE_COLOR_TYPE" val="0"/>
  <p:tag name="KSO_WM_SLIDE_INDEX" val="3"/>
  <p:tag name="KSO_WM_TEMPLATE_CATEGORY" val="custom"/>
  <p:tag name="KSO_WM_TEMPLATE_INDEX" val="40498730"/>
  <p:tag name="KSO_WM_SLIDE_LAYOUT" val="a_e"/>
  <p:tag name="KSO_WM_SLIDE_LAYOUT_CNT" val="1_1"/>
</p:tagLst>
</file>

<file path=ppt/tags/tag19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965e8fac015e89f1e2e2e9be52f80e1b27ce36d"/>
  <p:tag name="KSO_WM_NEWLAYOUT_ID" val="1108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3*a*1"/>
  <p:tag name="KSO_WM_TEMPLATE_CATEGORY" val="custom"/>
  <p:tag name="KSO_WM_TEMPLATE_INDEX" val="40498730"/>
  <p:tag name="KSO_WM_UNIT_LAYERLEVEL" val="1"/>
  <p:tag name="KSO_WM_TAG_VERSION" val="3.0"/>
</p:tagLst>
</file>

<file path=ppt/tags/tag26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730_3*e*1"/>
  <p:tag name="KSO_WM_TEMPLATE_CATEGORY" val="custom"/>
  <p:tag name="KSO_WM_TEMPLATE_INDEX" val="40498730"/>
  <p:tag name="KSO_WM_UNIT_LAYERLEVEL" val="1"/>
  <p:tag name="KSO_WM_TAG_VERSION" val="3.0"/>
</p:tagLst>
</file>

<file path=ppt/tags/tag261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730_3"/>
  <p:tag name="KSO_WM_TEMPLATE_MASTER_TYPE" val="0"/>
  <p:tag name="KSO_WM_TEMPLATE_COLOR_TYPE" val="0"/>
  <p:tag name="KSO_WM_SLIDE_INDEX" val="3"/>
  <p:tag name="KSO_WM_TEMPLATE_CATEGORY" val="custom"/>
  <p:tag name="KSO_WM_TEMPLATE_INDEX" val="40498730"/>
  <p:tag name="KSO_WM_SLIDE_LAYOUT" val="a_e"/>
  <p:tag name="KSO_WM_SLIDE_LAYOUT_CNT" val="1_1"/>
</p:tagLst>
</file>

<file path=ppt/tags/tag2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965e8fac015e89f1e2e2e9be52f80e1b27ce36d"/>
  <p:tag name="KSO_WM_NEWLAYOUT_ID" val="1108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3*a*1"/>
  <p:tag name="KSO_WM_TEMPLATE_CATEGORY" val="custom"/>
  <p:tag name="KSO_WM_TEMPLATE_INDEX" val="40498730"/>
  <p:tag name="KSO_WM_UNIT_LAYERLEVEL" val="1"/>
  <p:tag name="KSO_WM_TAG_VERSION" val="3.0"/>
</p:tagLst>
</file>

<file path=ppt/tags/tag364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730_3*e*1"/>
  <p:tag name="KSO_WM_TEMPLATE_CATEGORY" val="custom"/>
  <p:tag name="KSO_WM_TEMPLATE_INDEX" val="40498730"/>
  <p:tag name="KSO_WM_UNIT_LAYERLEVEL" val="1"/>
  <p:tag name="KSO_WM_TAG_VERSION" val="3.0"/>
</p:tagLst>
</file>

<file path=ppt/tags/tag36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730_3"/>
  <p:tag name="KSO_WM_TEMPLATE_MASTER_TYPE" val="0"/>
  <p:tag name="KSO_WM_TEMPLATE_COLOR_TYPE" val="0"/>
  <p:tag name="KSO_WM_SLIDE_INDEX" val="3"/>
  <p:tag name="KSO_WM_TEMPLATE_CATEGORY" val="custom"/>
  <p:tag name="KSO_WM_TEMPLATE_INDEX" val="40498730"/>
  <p:tag name="KSO_WM_SLIDE_LAYOUT" val="a_e"/>
  <p:tag name="KSO_WM_SLIDE_LAYOUT_CNT" val="1_1"/>
</p:tagLst>
</file>

<file path=ppt/tags/tag36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965e8fac015e89f1e2e2e9be52f80e1b27ce36d"/>
  <p:tag name="KSO_WM_NEWLAYOUT_ID" val="1108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3*a*1"/>
  <p:tag name="KSO_WM_TEMPLATE_CATEGORY" val="custom"/>
  <p:tag name="KSO_WM_TEMPLATE_INDEX" val="40498730"/>
  <p:tag name="KSO_WM_UNIT_LAYERLEVEL" val="1"/>
  <p:tag name="KSO_WM_TAG_VERSION" val="3.0"/>
</p:tagLst>
</file>

<file path=ppt/tags/tag523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730_3*e*1"/>
  <p:tag name="KSO_WM_TEMPLATE_CATEGORY" val="custom"/>
  <p:tag name="KSO_WM_TEMPLATE_INDEX" val="40498730"/>
  <p:tag name="KSO_WM_UNIT_LAYERLEVEL" val="1"/>
  <p:tag name="KSO_WM_TAG_VERSION" val="3.0"/>
</p:tagLst>
</file>

<file path=ppt/tags/tag52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730_3"/>
  <p:tag name="KSO_WM_TEMPLATE_MASTER_TYPE" val="0"/>
  <p:tag name="KSO_WM_TEMPLATE_COLOR_TYPE" val="0"/>
  <p:tag name="KSO_WM_SLIDE_INDEX" val="3"/>
  <p:tag name="KSO_WM_TEMPLATE_CATEGORY" val="custom"/>
  <p:tag name="KSO_WM_TEMPLATE_INDEX" val="40498730"/>
  <p:tag name="KSO_WM_SLIDE_LAYOUT" val="a_e"/>
  <p:tag name="KSO_WM_SLIDE_LAYOUT_CNT" val="1_1"/>
</p:tagLst>
</file>

<file path=ppt/tags/tag52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BEAUTIFY_FLAG" val="#wm#"/>
  <p:tag name="KSO_WM_TEMPLATE_CATEGORY" val="custom"/>
  <p:tag name="KSO_WM_TEMPLATE_INDEX" val="40498730"/>
</p:tagLst>
</file>

<file path=ppt/tags/tag5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BEAUTIFY_FLAG" val="#wm#"/>
  <p:tag name="KSO_WM_TEMPLATE_CATEGORY" val="custom"/>
  <p:tag name="KSO_WM_TEMPLATE_INDEX" val="40498730"/>
</p:tagLst>
</file>

<file path=ppt/tags/tag59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BEAUTIFY_FLAG" val="#wm#"/>
  <p:tag name="KSO_WM_TEMPLATE_CATEGORY" val="custom"/>
  <p:tag name="KSO_WM_TEMPLATE_INDEX" val="40498730"/>
</p:tagLst>
</file>

<file path=ppt/tags/tag62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BEAUTIFY_FLAG" val="#wm#"/>
  <p:tag name="KSO_WM_TEMPLATE_CATEGORY" val="custom"/>
  <p:tag name="KSO_WM_TEMPLATE_INDEX" val="40498730"/>
</p:tagLst>
</file>

<file path=ppt/tags/tag6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BEAUTIFY_FLAG" val="#wm#"/>
  <p:tag name="KSO_WM_TEMPLATE_CATEGORY" val="custom"/>
  <p:tag name="KSO_WM_TEMPLATE_INDEX" val="40498730"/>
</p:tagLst>
</file>

<file path=ppt/tags/tag688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30_5*b*1"/>
  <p:tag name="KSO_WM_TEMPLATE_CATEGORY" val="custom"/>
  <p:tag name="KSO_WM_TEMPLATE_INDEX" val="40498730"/>
  <p:tag name="KSO_WM_UNIT_LAYERLEVEL" val="1"/>
  <p:tag name="KSO_WM_TAG_VERSION" val="3.0"/>
  <p:tag name="KSO_WM_UNIT_PRESET_TEXT" val="THE END"/>
</p:tagLst>
</file>

<file path=ppt/tags/tag68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b46e6616bcf581a51174274a6c835f9144442830"/>
  <p:tag name="KSO_WM_NEWLAYOUT_ID" val="1114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ID" val="custom40498730_5*a*1"/>
  <p:tag name="KSO_WM_TEMPLATE_CATEGORY" val="custom"/>
  <p:tag name="KSO_WM_TEMPLATE_INDEX" val="40498730"/>
  <p:tag name="KSO_WM_UNIT_LAYERLEVEL" val="1"/>
  <p:tag name="KSO_WM_TAG_VERSION" val="3.0"/>
  <p:tag name="KSO_WM_UNIT_PRESET_TEXT" val="谢谢观看"/>
</p:tagLst>
</file>

<file path=ppt/tags/tag69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AG_VERSION" val="3.0"/>
  <p:tag name="KSO_WM_SLIDE_ID" val="custom40498730_5"/>
  <p:tag name="KSO_WM_TEMPLATE_MASTER_TYPE" val="0"/>
  <p:tag name="KSO_WM_TEMPLATE_COLOR_TYPE" val="0"/>
  <p:tag name="KSO_WM_SLIDE_INDEX" val="5"/>
  <p:tag name="KSO_WM_TEMPLATE_CATEGORY" val="custom"/>
  <p:tag name="KSO_WM_TEMPLATE_INDEX" val="40498730"/>
  <p:tag name="KSO_WM_SLIDE_LAYOUT" val="a_b"/>
  <p:tag name="KSO_WM_SLIDE_LAYOUT_CNT" val="1_1"/>
</p:tagLst>
</file>

<file path=ppt/tags/tag691.xml><?xml version="1.0" encoding="utf-8"?>
<p:tagLst xmlns:p="http://schemas.openxmlformats.org/presentationml/2006/main">
  <p:tag name="RESOURCE_RECORD_KEY" val="{&quot;65&quot;:[40495204],&quot;71&quot;:[76235680042]}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397AF3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自定义 61">
      <a:majorFont>
        <a:latin typeface="Arial"/>
        <a:ea typeface="汉仪雅酷黑-65J"/>
        <a:cs typeface=""/>
      </a:majorFont>
      <a:minorFont>
        <a:latin typeface="Arial"/>
        <a:ea typeface="汉仪雅酷黑-65J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3589</Words>
  <Application>WPS 演示</Application>
  <PresentationFormat>宽屏</PresentationFormat>
  <Paragraphs>631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汉仪雅酷黑-65J</vt:lpstr>
      <vt:lpstr>黑体</vt:lpstr>
      <vt:lpstr>微软雅黑</vt:lpstr>
      <vt:lpstr>Arial Unicode MS</vt:lpstr>
      <vt:lpstr>汉仪雅酷黑-65J</vt:lpstr>
      <vt:lpstr>Office 主题​​</vt:lpstr>
      <vt:lpstr>御磁坚盾——国内首创超轻高强韧镁锂基电磁屏蔽材料</vt:lpstr>
      <vt:lpstr>PowerPoint 演示文稿</vt:lpstr>
      <vt:lpstr>“挑战杯”全国大学生课外学术科技作品竞赛</vt:lpstr>
      <vt:lpstr>PowerPoint 演示文稿</vt:lpstr>
      <vt:lpstr>PowerPoint 演示文稿</vt:lpstr>
      <vt:lpstr>PowerPoint 演示文稿</vt:lpstr>
      <vt:lpstr>灵感破题</vt:lpstr>
      <vt:lpstr>PowerPoint 演示文稿</vt:lpstr>
      <vt:lpstr>PowerPoint 演示文稿</vt:lpstr>
      <vt:lpstr>PowerPoint 演示文稿</vt:lpstr>
      <vt:lpstr>项目全貌</vt:lpstr>
      <vt:lpstr>PowerPoint 演示文稿</vt:lpstr>
      <vt:lpstr>PowerPoint 演示文稿</vt:lpstr>
      <vt:lpstr>PowerPoint 演示文稿</vt:lpstr>
      <vt:lpstr>PowerPoint 演示文稿</vt:lpstr>
      <vt:lpstr>创新成就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团队故事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致敬每一位追光的科创人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御磁坚盾——国内首创超轻高强韧镁锂基电磁屏蔽材料</dc:title>
  <dc:creator>KSO</dc:creator>
  <cp:lastModifiedBy>安</cp:lastModifiedBy>
  <cp:revision>15</cp:revision>
  <dcterms:created xsi:type="dcterms:W3CDTF">2026-10-08T10:03:00Z</dcterms:created>
  <dcterms:modified xsi:type="dcterms:W3CDTF">2026-10-09T05:21:02Z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4124CC66DC074F3E9AFA2B28D280F148_13</vt:lpwstr>
  </property>
  <property fmtid="{D5CDD505-2E9C-101B-9397-08002B2CF9AE}" pid="4" name="KSOTemplateUUID">
    <vt:lpwstr>v1.0_ai_69796649213</vt:lpwstr>
  </property>
  <property fmtid="{D5CDD505-2E9C-101B-9397-08002B2CF9AE}" pid="5" name="intentionCode">
    <vt:lpwstr>wps_wpp_generate_changetemplate</vt:lpwstr>
  </property>
  <property fmtid="{D5CDD505-2E9C-101B-9397-08002B2CF9AE}" pid="6" name="KSOAIPPTCode">
    <vt:lpwstr>XxG1vA3lKFnBTuwOGIj/XHW6BhCmB0ClufhoTKIKNaTwxuOH2qo/7QUfcrPK8yOXS91KMtFlEEJRdr4VLctXVKvZchEx86IB2NIKlrvubgA8qqL0q7za43nPmMork81cwK29jEydGVAxHYdrNUapb98MCSvcpKIPX/GRSOwrpWLZEuiL8zNjvM1yQZsuNLsHUGzfbzUW+xCVNvOeZ0WP/IJJ4n5rVrvxSLFVnjjNf9hNlV5PHv0heCmzS0zQGvMlcnsptr4a/uXaDxIKqsElI2iNiphWA7/93wUadQISQob+B1rzeV86QWFTml9UHYY8WRNqNydLcFHcrLy4Dzhfjg==</vt:lpwstr>
  </property>
</Properties>
</file>